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8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2" r:id="rId17"/>
    <p:sldId id="324" r:id="rId18"/>
    <p:sldId id="301" r:id="rId19"/>
    <p:sldId id="430" r:id="rId20"/>
    <p:sldId id="432" r:id="rId21"/>
    <p:sldId id="433" r:id="rId22"/>
    <p:sldId id="434" r:id="rId23"/>
    <p:sldId id="260" r:id="rId24"/>
    <p:sldId id="435" r:id="rId25"/>
    <p:sldId id="259" r:id="rId26"/>
    <p:sldId id="261" r:id="rId27"/>
    <p:sldId id="431" r:id="rId28"/>
    <p:sldId id="425" r:id="rId29"/>
    <p:sldId id="368" r:id="rId30"/>
    <p:sldId id="426" r:id="rId31"/>
    <p:sldId id="427" r:id="rId32"/>
    <p:sldId id="428" r:id="rId33"/>
    <p:sldId id="429" r:id="rId34"/>
    <p:sldId id="284" r:id="rId35"/>
    <p:sldId id="285" r:id="rId36"/>
    <p:sldId id="325" r:id="rId37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8693"/>
    <a:srgbClr val="464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ECC85F-2841-49A1-831B-049C60054A7C}" v="52" dt="2019-11-05T05:28:20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82171" autoAdjust="0"/>
  </p:normalViewPr>
  <p:slideViewPr>
    <p:cSldViewPr snapToGrid="0" snapToObjects="1">
      <p:cViewPr varScale="1">
        <p:scale>
          <a:sx n="68" d="100"/>
          <a:sy n="68" d="100"/>
        </p:scale>
        <p:origin x="1853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notesViewPr>
    <p:cSldViewPr snapToGrid="0" snapToObjects="1">
      <p:cViewPr varScale="1">
        <p:scale>
          <a:sx n="84" d="100"/>
          <a:sy n="84" d="100"/>
        </p:scale>
        <p:origin x="19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ath Jayarathna" userId="aa7a8714-7736-4927-8c16-9ff815108838" providerId="ADAL" clId="{A92EAB33-BCFD-4A00-BA77-E8E0E1C63E4A}"/>
    <pc:docChg chg="modSld">
      <pc:chgData name="Sampath Jayarathna" userId="aa7a8714-7736-4927-8c16-9ff815108838" providerId="ADAL" clId="{A92EAB33-BCFD-4A00-BA77-E8E0E1C63E4A}" dt="2017-09-12T02:28:40.084" v="0" actId="20577"/>
      <pc:docMkLst>
        <pc:docMk/>
      </pc:docMkLst>
      <pc:sldChg chg="modSp">
        <pc:chgData name="Sampath Jayarathna" userId="aa7a8714-7736-4927-8c16-9ff815108838" providerId="ADAL" clId="{A92EAB33-BCFD-4A00-BA77-E8E0E1C63E4A}" dt="2017-09-12T02:28:40.084" v="0" actId="20577"/>
        <pc:sldMkLst>
          <pc:docMk/>
          <pc:sldMk cId="0" sldId="256"/>
        </pc:sldMkLst>
        <pc:spChg chg="mod">
          <ac:chgData name="Sampath Jayarathna" userId="aa7a8714-7736-4927-8c16-9ff815108838" providerId="ADAL" clId="{A92EAB33-BCFD-4A00-BA77-E8E0E1C63E4A}" dt="2017-09-12T02:28:40.084" v="0" actId="20577"/>
          <ac:spMkLst>
            <pc:docMk/>
            <pc:sldMk cId="0" sldId="256"/>
            <ac:spMk id="13314" creationId="{00000000-0000-0000-0000-000000000000}"/>
          </ac:spMkLst>
        </pc:spChg>
      </pc:sldChg>
    </pc:docChg>
  </pc:docChgLst>
  <pc:docChgLst>
    <pc:chgData name="Jayarathna, Sampath" userId="10951a6d-3610-4a87-8b75-8e5b3ed3f097" providerId="ADAL" clId="{95ECC85F-2841-49A1-831B-049C60054A7C}"/>
    <pc:docChg chg="custSel addSld delSld modSld">
      <pc:chgData name="Jayarathna, Sampath" userId="10951a6d-3610-4a87-8b75-8e5b3ed3f097" providerId="ADAL" clId="{95ECC85F-2841-49A1-831B-049C60054A7C}" dt="2019-11-05T05:28:20.586" v="404"/>
      <pc:docMkLst>
        <pc:docMk/>
      </pc:docMkLst>
      <pc:sldChg chg="add">
        <pc:chgData name="Jayarathna, Sampath" userId="10951a6d-3610-4a87-8b75-8e5b3ed3f097" providerId="ADAL" clId="{95ECC85F-2841-49A1-831B-049C60054A7C}" dt="2019-11-05T03:36:11.767" v="1"/>
        <pc:sldMkLst>
          <pc:docMk/>
          <pc:sldMk cId="539031163" sldId="257"/>
        </pc:sldMkLst>
      </pc:sldChg>
      <pc:sldChg chg="add">
        <pc:chgData name="Jayarathna, Sampath" userId="10951a6d-3610-4a87-8b75-8e5b3ed3f097" providerId="ADAL" clId="{95ECC85F-2841-49A1-831B-049C60054A7C}" dt="2019-11-05T03:35:52.737" v="0"/>
        <pc:sldMkLst>
          <pc:docMk/>
          <pc:sldMk cId="1424596491" sldId="284"/>
        </pc:sldMkLst>
      </pc:sldChg>
      <pc:sldChg chg="add">
        <pc:chgData name="Jayarathna, Sampath" userId="10951a6d-3610-4a87-8b75-8e5b3ed3f097" providerId="ADAL" clId="{95ECC85F-2841-49A1-831B-049C60054A7C}" dt="2019-11-05T03:35:52.737" v="0"/>
        <pc:sldMkLst>
          <pc:docMk/>
          <pc:sldMk cId="978160055" sldId="285"/>
        </pc:sldMkLst>
      </pc:sldChg>
      <pc:sldChg chg="add">
        <pc:chgData name="Jayarathna, Sampath" userId="10951a6d-3610-4a87-8b75-8e5b3ed3f097" providerId="ADAL" clId="{95ECC85F-2841-49A1-831B-049C60054A7C}" dt="2019-11-05T03:35:52.737" v="0"/>
        <pc:sldMkLst>
          <pc:docMk/>
          <pc:sldMk cId="235368715" sldId="325"/>
        </pc:sldMkLst>
      </pc:sldChg>
      <pc:sldChg chg="add">
        <pc:chgData name="Jayarathna, Sampath" userId="10951a6d-3610-4a87-8b75-8e5b3ed3f097" providerId="ADAL" clId="{95ECC85F-2841-49A1-831B-049C60054A7C}" dt="2019-11-05T04:16:04.821" v="2"/>
        <pc:sldMkLst>
          <pc:docMk/>
          <pc:sldMk cId="0" sldId="368"/>
        </pc:sldMkLst>
      </pc:sldChg>
      <pc:sldChg chg="delSp modSp add">
        <pc:chgData name="Jayarathna, Sampath" userId="10951a6d-3610-4a87-8b75-8e5b3ed3f097" providerId="ADAL" clId="{95ECC85F-2841-49A1-831B-049C60054A7C}" dt="2019-11-05T04:20:34.817" v="89" actId="20577"/>
        <pc:sldMkLst>
          <pc:docMk/>
          <pc:sldMk cId="0" sldId="369"/>
        </pc:sldMkLst>
        <pc:spChg chg="mod">
          <ac:chgData name="Jayarathna, Sampath" userId="10951a6d-3610-4a87-8b75-8e5b3ed3f097" providerId="ADAL" clId="{95ECC85F-2841-49A1-831B-049C60054A7C}" dt="2019-11-05T04:20:34.817" v="89" actId="20577"/>
          <ac:spMkLst>
            <pc:docMk/>
            <pc:sldMk cId="0" sldId="369"/>
            <ac:spMk id="33796" creationId="{6A1A7D20-A067-41A2-8CA2-E4862EEA70CF}"/>
          </ac:spMkLst>
        </pc:spChg>
        <pc:picChg chg="del">
          <ac:chgData name="Jayarathna, Sampath" userId="10951a6d-3610-4a87-8b75-8e5b3ed3f097" providerId="ADAL" clId="{95ECC85F-2841-49A1-831B-049C60054A7C}" dt="2019-11-05T04:20:01.460" v="61" actId="478"/>
          <ac:picMkLst>
            <pc:docMk/>
            <pc:sldMk cId="0" sldId="369"/>
            <ac:picMk id="33797" creationId="{244303C4-F599-49D6-9DC7-E1B6C4F97761}"/>
          </ac:picMkLst>
        </pc:picChg>
      </pc:sldChg>
      <pc:sldChg chg="add del">
        <pc:chgData name="Jayarathna, Sampath" userId="10951a6d-3610-4a87-8b75-8e5b3ed3f097" providerId="ADAL" clId="{95ECC85F-2841-49A1-831B-049C60054A7C}" dt="2019-11-05T04:20:55.517" v="90" actId="2696"/>
        <pc:sldMkLst>
          <pc:docMk/>
          <pc:sldMk cId="0" sldId="370"/>
        </pc:sldMkLst>
      </pc:sldChg>
      <pc:sldChg chg="add">
        <pc:chgData name="Jayarathna, Sampath" userId="10951a6d-3610-4a87-8b75-8e5b3ed3f097" providerId="ADAL" clId="{95ECC85F-2841-49A1-831B-049C60054A7C}" dt="2019-11-05T04:16:04.821" v="2"/>
        <pc:sldMkLst>
          <pc:docMk/>
          <pc:sldMk cId="0" sldId="410"/>
        </pc:sldMkLst>
      </pc:sldChg>
      <pc:sldChg chg="add">
        <pc:chgData name="Jayarathna, Sampath" userId="10951a6d-3610-4a87-8b75-8e5b3ed3f097" providerId="ADAL" clId="{95ECC85F-2841-49A1-831B-049C60054A7C}" dt="2019-11-05T04:16:04.821" v="2"/>
        <pc:sldMkLst>
          <pc:docMk/>
          <pc:sldMk cId="0" sldId="416"/>
        </pc:sldMkLst>
      </pc:sldChg>
      <pc:sldChg chg="add">
        <pc:chgData name="Jayarathna, Sampath" userId="10951a6d-3610-4a87-8b75-8e5b3ed3f097" providerId="ADAL" clId="{95ECC85F-2841-49A1-831B-049C60054A7C}" dt="2019-11-05T04:16:04.821" v="2"/>
        <pc:sldMkLst>
          <pc:docMk/>
          <pc:sldMk cId="0" sldId="417"/>
        </pc:sldMkLst>
      </pc:sldChg>
      <pc:sldChg chg="add">
        <pc:chgData name="Jayarathna, Sampath" userId="10951a6d-3610-4a87-8b75-8e5b3ed3f097" providerId="ADAL" clId="{95ECC85F-2841-49A1-831B-049C60054A7C}" dt="2019-11-05T04:16:04.821" v="2"/>
        <pc:sldMkLst>
          <pc:docMk/>
          <pc:sldMk cId="0" sldId="421"/>
        </pc:sldMkLst>
      </pc:sldChg>
      <pc:sldChg chg="add">
        <pc:chgData name="Jayarathna, Sampath" userId="10951a6d-3610-4a87-8b75-8e5b3ed3f097" providerId="ADAL" clId="{95ECC85F-2841-49A1-831B-049C60054A7C}" dt="2019-11-05T04:16:04.821" v="2"/>
        <pc:sldMkLst>
          <pc:docMk/>
          <pc:sldMk cId="0" sldId="422"/>
        </pc:sldMkLst>
      </pc:sldChg>
      <pc:sldChg chg="add">
        <pc:chgData name="Jayarathna, Sampath" userId="10951a6d-3610-4a87-8b75-8e5b3ed3f097" providerId="ADAL" clId="{95ECC85F-2841-49A1-831B-049C60054A7C}" dt="2019-11-05T04:16:04.821" v="2"/>
        <pc:sldMkLst>
          <pc:docMk/>
          <pc:sldMk cId="0" sldId="423"/>
        </pc:sldMkLst>
      </pc:sldChg>
      <pc:sldChg chg="add">
        <pc:chgData name="Jayarathna, Sampath" userId="10951a6d-3610-4a87-8b75-8e5b3ed3f097" providerId="ADAL" clId="{95ECC85F-2841-49A1-831B-049C60054A7C}" dt="2019-11-05T04:16:04.821" v="2"/>
        <pc:sldMkLst>
          <pc:docMk/>
          <pc:sldMk cId="0" sldId="424"/>
        </pc:sldMkLst>
      </pc:sldChg>
      <pc:sldChg chg="add del">
        <pc:chgData name="Jayarathna, Sampath" userId="10951a6d-3610-4a87-8b75-8e5b3ed3f097" providerId="ADAL" clId="{95ECC85F-2841-49A1-831B-049C60054A7C}" dt="2019-11-05T04:16:59.028" v="4" actId="2696"/>
        <pc:sldMkLst>
          <pc:docMk/>
          <pc:sldMk cId="258373937" sldId="425"/>
        </pc:sldMkLst>
      </pc:sldChg>
      <pc:sldChg chg="delSp modSp add">
        <pc:chgData name="Jayarathna, Sampath" userId="10951a6d-3610-4a87-8b75-8e5b3ed3f097" providerId="ADAL" clId="{95ECC85F-2841-49A1-831B-049C60054A7C}" dt="2019-11-05T04:19:31.565" v="60" actId="403"/>
        <pc:sldMkLst>
          <pc:docMk/>
          <pc:sldMk cId="1253319254" sldId="425"/>
        </pc:sldMkLst>
        <pc:spChg chg="mod">
          <ac:chgData name="Jayarathna, Sampath" userId="10951a6d-3610-4a87-8b75-8e5b3ed3f097" providerId="ADAL" clId="{95ECC85F-2841-49A1-831B-049C60054A7C}" dt="2019-11-05T04:17:12.934" v="29" actId="20577"/>
          <ac:spMkLst>
            <pc:docMk/>
            <pc:sldMk cId="1253319254" sldId="425"/>
            <ac:spMk id="33795" creationId="{6EE0F5B3-C305-4DB4-AA22-45AD152AB188}"/>
          </ac:spMkLst>
        </pc:spChg>
        <pc:spChg chg="mod">
          <ac:chgData name="Jayarathna, Sampath" userId="10951a6d-3610-4a87-8b75-8e5b3ed3f097" providerId="ADAL" clId="{95ECC85F-2841-49A1-831B-049C60054A7C}" dt="2019-11-05T04:19:31.565" v="60" actId="403"/>
          <ac:spMkLst>
            <pc:docMk/>
            <pc:sldMk cId="1253319254" sldId="425"/>
            <ac:spMk id="33796" creationId="{6A1A7D20-A067-41A2-8CA2-E4862EEA70CF}"/>
          </ac:spMkLst>
        </pc:spChg>
        <pc:picChg chg="del">
          <ac:chgData name="Jayarathna, Sampath" userId="10951a6d-3610-4a87-8b75-8e5b3ed3f097" providerId="ADAL" clId="{95ECC85F-2841-49A1-831B-049C60054A7C}" dt="2019-11-05T04:17:17.548" v="30" actId="478"/>
          <ac:picMkLst>
            <pc:docMk/>
            <pc:sldMk cId="1253319254" sldId="425"/>
            <ac:picMk id="33797" creationId="{244303C4-F599-49D6-9DC7-E1B6C4F97761}"/>
          </ac:picMkLst>
        </pc:picChg>
      </pc:sldChg>
      <pc:sldChg chg="modSp add">
        <pc:chgData name="Jayarathna, Sampath" userId="10951a6d-3610-4a87-8b75-8e5b3ed3f097" providerId="ADAL" clId="{95ECC85F-2841-49A1-831B-049C60054A7C}" dt="2019-11-05T05:04:01.647" v="129" actId="20577"/>
        <pc:sldMkLst>
          <pc:docMk/>
          <pc:sldMk cId="371389618" sldId="426"/>
        </pc:sldMkLst>
        <pc:spChg chg="mod">
          <ac:chgData name="Jayarathna, Sampath" userId="10951a6d-3610-4a87-8b75-8e5b3ed3f097" providerId="ADAL" clId="{95ECC85F-2841-49A1-831B-049C60054A7C}" dt="2019-11-05T05:03:15.968" v="101" actId="20577"/>
          <ac:spMkLst>
            <pc:docMk/>
            <pc:sldMk cId="371389618" sldId="426"/>
            <ac:spMk id="153602" creationId="{00000000-0000-0000-0000-000000000000}"/>
          </ac:spMkLst>
        </pc:spChg>
        <pc:spChg chg="mod">
          <ac:chgData name="Jayarathna, Sampath" userId="10951a6d-3610-4a87-8b75-8e5b3ed3f097" providerId="ADAL" clId="{95ECC85F-2841-49A1-831B-049C60054A7C}" dt="2019-11-05T05:04:01.647" v="129" actId="20577"/>
          <ac:spMkLst>
            <pc:docMk/>
            <pc:sldMk cId="371389618" sldId="426"/>
            <ac:spMk id="153603" creationId="{00000000-0000-0000-0000-000000000000}"/>
          </ac:spMkLst>
        </pc:spChg>
      </pc:sldChg>
      <pc:sldChg chg="addSp delSp modSp add">
        <pc:chgData name="Jayarathna, Sampath" userId="10951a6d-3610-4a87-8b75-8e5b3ed3f097" providerId="ADAL" clId="{95ECC85F-2841-49A1-831B-049C60054A7C}" dt="2019-11-05T05:11:22.907" v="295" actId="1076"/>
        <pc:sldMkLst>
          <pc:docMk/>
          <pc:sldMk cId="185321187" sldId="427"/>
        </pc:sldMkLst>
        <pc:spChg chg="add del mod">
          <ac:chgData name="Jayarathna, Sampath" userId="10951a6d-3610-4a87-8b75-8e5b3ed3f097" providerId="ADAL" clId="{95ECC85F-2841-49A1-831B-049C60054A7C}" dt="2019-11-05T05:05:35.247" v="134" actId="478"/>
          <ac:spMkLst>
            <pc:docMk/>
            <pc:sldMk cId="185321187" sldId="427"/>
            <ac:spMk id="3" creationId="{C1593554-8824-4EBF-B5CB-EF7D7FC9B03E}"/>
          </ac:spMkLst>
        </pc:spChg>
        <pc:spChg chg="add mod">
          <ac:chgData name="Jayarathna, Sampath" userId="10951a6d-3610-4a87-8b75-8e5b3ed3f097" providerId="ADAL" clId="{95ECC85F-2841-49A1-831B-049C60054A7C}" dt="2019-11-05T05:11:22.907" v="295" actId="1076"/>
          <ac:spMkLst>
            <pc:docMk/>
            <pc:sldMk cId="185321187" sldId="427"/>
            <ac:spMk id="10" creationId="{CA37D04E-6F3C-49AA-A182-E8F44AE57AA8}"/>
          </ac:spMkLst>
        </pc:spChg>
        <pc:spChg chg="add mod">
          <ac:chgData name="Jayarathna, Sampath" userId="10951a6d-3610-4a87-8b75-8e5b3ed3f097" providerId="ADAL" clId="{95ECC85F-2841-49A1-831B-049C60054A7C}" dt="2019-11-05T05:10:55.435" v="290" actId="20577"/>
          <ac:spMkLst>
            <pc:docMk/>
            <pc:sldMk cId="185321187" sldId="427"/>
            <ac:spMk id="11" creationId="{9BAC289E-81F2-44F8-AB80-8C6B2C5FA063}"/>
          </ac:spMkLst>
        </pc:spChg>
        <pc:spChg chg="del mod">
          <ac:chgData name="Jayarathna, Sampath" userId="10951a6d-3610-4a87-8b75-8e5b3ed3f097" providerId="ADAL" clId="{95ECC85F-2841-49A1-831B-049C60054A7C}" dt="2019-11-05T05:05:32.917" v="133" actId="478"/>
          <ac:spMkLst>
            <pc:docMk/>
            <pc:sldMk cId="185321187" sldId="427"/>
            <ac:spMk id="153603" creationId="{00000000-0000-0000-0000-000000000000}"/>
          </ac:spMkLst>
        </pc:spChg>
        <pc:picChg chg="add mod">
          <ac:chgData name="Jayarathna, Sampath" userId="10951a6d-3610-4a87-8b75-8e5b3ed3f097" providerId="ADAL" clId="{95ECC85F-2841-49A1-831B-049C60054A7C}" dt="2019-11-05T05:09:22.830" v="249" actId="1035"/>
          <ac:picMkLst>
            <pc:docMk/>
            <pc:sldMk cId="185321187" sldId="427"/>
            <ac:picMk id="4" creationId="{45305D86-FF3B-4D66-B4FF-1FB67B148A11}"/>
          </ac:picMkLst>
        </pc:picChg>
        <pc:picChg chg="add mod">
          <ac:chgData name="Jayarathna, Sampath" userId="10951a6d-3610-4a87-8b75-8e5b3ed3f097" providerId="ADAL" clId="{95ECC85F-2841-49A1-831B-049C60054A7C}" dt="2019-11-05T05:09:22.830" v="249" actId="1035"/>
          <ac:picMkLst>
            <pc:docMk/>
            <pc:sldMk cId="185321187" sldId="427"/>
            <ac:picMk id="5" creationId="{523B5814-3EA9-4583-B495-DBBCFA60E79D}"/>
          </ac:picMkLst>
        </pc:picChg>
        <pc:picChg chg="add del mod">
          <ac:chgData name="Jayarathna, Sampath" userId="10951a6d-3610-4a87-8b75-8e5b3ed3f097" providerId="ADAL" clId="{95ECC85F-2841-49A1-831B-049C60054A7C}" dt="2019-11-05T05:11:10.174" v="291" actId="478"/>
          <ac:picMkLst>
            <pc:docMk/>
            <pc:sldMk cId="185321187" sldId="427"/>
            <ac:picMk id="6" creationId="{49E0F534-BFB0-4B84-A24E-0AEE9327BE8C}"/>
          </ac:picMkLst>
        </pc:picChg>
        <pc:picChg chg="add mod">
          <ac:chgData name="Jayarathna, Sampath" userId="10951a6d-3610-4a87-8b75-8e5b3ed3f097" providerId="ADAL" clId="{95ECC85F-2841-49A1-831B-049C60054A7C}" dt="2019-11-05T05:11:13.436" v="292" actId="1076"/>
          <ac:picMkLst>
            <pc:docMk/>
            <pc:sldMk cId="185321187" sldId="427"/>
            <ac:picMk id="7170" creationId="{C727E96F-2492-404A-B2E5-95E9B80AF510}"/>
          </ac:picMkLst>
        </pc:picChg>
      </pc:sldChg>
      <pc:sldChg chg="addSp modSp add">
        <pc:chgData name="Jayarathna, Sampath" userId="10951a6d-3610-4a87-8b75-8e5b3ed3f097" providerId="ADAL" clId="{95ECC85F-2841-49A1-831B-049C60054A7C}" dt="2019-11-05T05:23:37.068" v="332" actId="14100"/>
        <pc:sldMkLst>
          <pc:docMk/>
          <pc:sldMk cId="2718537115" sldId="428"/>
        </pc:sldMkLst>
        <pc:spChg chg="mod">
          <ac:chgData name="Jayarathna, Sampath" userId="10951a6d-3610-4a87-8b75-8e5b3ed3f097" providerId="ADAL" clId="{95ECC85F-2841-49A1-831B-049C60054A7C}" dt="2019-11-05T05:16:40.784" v="315" actId="20577"/>
          <ac:spMkLst>
            <pc:docMk/>
            <pc:sldMk cId="2718537115" sldId="428"/>
            <ac:spMk id="153602" creationId="{00000000-0000-0000-0000-000000000000}"/>
          </ac:spMkLst>
        </pc:spChg>
        <pc:spChg chg="mod">
          <ac:chgData name="Jayarathna, Sampath" userId="10951a6d-3610-4a87-8b75-8e5b3ed3f097" providerId="ADAL" clId="{95ECC85F-2841-49A1-831B-049C60054A7C}" dt="2019-11-05T05:17:05.121" v="328" actId="20577"/>
          <ac:spMkLst>
            <pc:docMk/>
            <pc:sldMk cId="2718537115" sldId="428"/>
            <ac:spMk id="153603" creationId="{00000000-0000-0000-0000-000000000000}"/>
          </ac:spMkLst>
        </pc:spChg>
        <pc:picChg chg="add mod">
          <ac:chgData name="Jayarathna, Sampath" userId="10951a6d-3610-4a87-8b75-8e5b3ed3f097" providerId="ADAL" clId="{95ECC85F-2841-49A1-831B-049C60054A7C}" dt="2019-11-05T05:23:37.068" v="332" actId="14100"/>
          <ac:picMkLst>
            <pc:docMk/>
            <pc:sldMk cId="2718537115" sldId="428"/>
            <ac:picMk id="2" creationId="{C884EB2B-8E67-48FA-B6E7-2982092B7760}"/>
          </ac:picMkLst>
        </pc:picChg>
      </pc:sldChg>
      <pc:sldChg chg="delSp modSp add">
        <pc:chgData name="Jayarathna, Sampath" userId="10951a6d-3610-4a87-8b75-8e5b3ed3f097" providerId="ADAL" clId="{95ECC85F-2841-49A1-831B-049C60054A7C}" dt="2019-11-05T05:28:20.586" v="404"/>
        <pc:sldMkLst>
          <pc:docMk/>
          <pc:sldMk cId="578902885" sldId="429"/>
        </pc:sldMkLst>
        <pc:spChg chg="mod">
          <ac:chgData name="Jayarathna, Sampath" userId="10951a6d-3610-4a87-8b75-8e5b3ed3f097" providerId="ADAL" clId="{95ECC85F-2841-49A1-831B-049C60054A7C}" dt="2019-11-05T05:24:15.197" v="364" actId="20577"/>
          <ac:spMkLst>
            <pc:docMk/>
            <pc:sldMk cId="578902885" sldId="429"/>
            <ac:spMk id="153602" creationId="{00000000-0000-0000-0000-000000000000}"/>
          </ac:spMkLst>
        </pc:spChg>
        <pc:spChg chg="mod">
          <ac:chgData name="Jayarathna, Sampath" userId="10951a6d-3610-4a87-8b75-8e5b3ed3f097" providerId="ADAL" clId="{95ECC85F-2841-49A1-831B-049C60054A7C}" dt="2019-11-05T05:28:20.586" v="404"/>
          <ac:spMkLst>
            <pc:docMk/>
            <pc:sldMk cId="578902885" sldId="429"/>
            <ac:spMk id="153603" creationId="{00000000-0000-0000-0000-000000000000}"/>
          </ac:spMkLst>
        </pc:spChg>
        <pc:picChg chg="del">
          <ac:chgData name="Jayarathna, Sampath" userId="10951a6d-3610-4a87-8b75-8e5b3ed3f097" providerId="ADAL" clId="{95ECC85F-2841-49A1-831B-049C60054A7C}" dt="2019-11-05T05:24:17.342" v="365" actId="478"/>
          <ac:picMkLst>
            <pc:docMk/>
            <pc:sldMk cId="578902885" sldId="429"/>
            <ac:picMk id="2" creationId="{C884EB2B-8E67-48FA-B6E7-2982092B7760}"/>
          </ac:picMkLst>
        </pc:picChg>
      </pc:sldChg>
    </pc:docChg>
  </pc:docChgLst>
  <pc:docChgLst>
    <pc:chgData name="Sampath Jayarathna" userId="aa7a8714-7736-4927-8c16-9ff815108838" providerId="ADAL" clId="{499EBE74-92CE-4708-B4D0-D68D5EA82886}"/>
    <pc:docChg chg="custSel addSld delSld modSld sldOrd">
      <pc:chgData name="Sampath Jayarathna" userId="aa7a8714-7736-4927-8c16-9ff815108838" providerId="ADAL" clId="{499EBE74-92CE-4708-B4D0-D68D5EA82886}" dt="2017-09-24T18:01:35.321" v="430"/>
      <pc:docMkLst>
        <pc:docMk/>
      </pc:docMkLst>
      <pc:sldChg chg="modSp">
        <pc:chgData name="Sampath Jayarathna" userId="aa7a8714-7736-4927-8c16-9ff815108838" providerId="ADAL" clId="{499EBE74-92CE-4708-B4D0-D68D5EA82886}" dt="2017-09-24T16:46:30.011" v="37" actId="20577"/>
        <pc:sldMkLst>
          <pc:docMk/>
          <pc:sldMk cId="0" sldId="256"/>
        </pc:sldMkLst>
        <pc:spChg chg="mod">
          <ac:chgData name="Sampath Jayarathna" userId="aa7a8714-7736-4927-8c16-9ff815108838" providerId="ADAL" clId="{499EBE74-92CE-4708-B4D0-D68D5EA82886}" dt="2017-09-24T16:46:12.246" v="3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path Jayarathna" userId="aa7a8714-7736-4927-8c16-9ff815108838" providerId="ADAL" clId="{499EBE74-92CE-4708-B4D0-D68D5EA82886}" dt="2017-09-24T16:46:30.011" v="37" actId="20577"/>
          <ac:spMkLst>
            <pc:docMk/>
            <pc:sldMk cId="0" sldId="256"/>
            <ac:spMk id="13314" creationId="{00000000-0000-0000-0000-000000000000}"/>
          </ac:spMkLst>
        </pc:spChg>
      </pc:sldChg>
      <pc:sldChg chg="modSp">
        <pc:chgData name="Sampath Jayarathna" userId="aa7a8714-7736-4927-8c16-9ff815108838" providerId="ADAL" clId="{499EBE74-92CE-4708-B4D0-D68D5EA82886}" dt="2017-09-24T16:47:41.258" v="48"/>
        <pc:sldMkLst>
          <pc:docMk/>
          <pc:sldMk cId="450086219" sldId="340"/>
        </pc:sldMkLst>
        <pc:spChg chg="mod">
          <ac:chgData name="Sampath Jayarathna" userId="aa7a8714-7736-4927-8c16-9ff815108838" providerId="ADAL" clId="{499EBE74-92CE-4708-B4D0-D68D5EA82886}" dt="2017-09-24T16:47:41.258" v="48"/>
          <ac:spMkLst>
            <pc:docMk/>
            <pc:sldMk cId="450086219" sldId="340"/>
            <ac:spMk id="3" creationId="{00000000-0000-0000-0000-000000000000}"/>
          </ac:spMkLst>
        </pc:spChg>
      </pc:sldChg>
      <pc:sldChg chg="modAnim">
        <pc:chgData name="Sampath Jayarathna" userId="aa7a8714-7736-4927-8c16-9ff815108838" providerId="ADAL" clId="{499EBE74-92CE-4708-B4D0-D68D5EA82886}" dt="2017-09-24T17:25:22.242" v="406"/>
        <pc:sldMkLst>
          <pc:docMk/>
          <pc:sldMk cId="265880121" sldId="343"/>
        </pc:sldMkLst>
      </pc:sldChg>
      <pc:sldChg chg="modSp">
        <pc:chgData name="Sampath Jayarathna" userId="aa7a8714-7736-4927-8c16-9ff815108838" providerId="ADAL" clId="{499EBE74-92CE-4708-B4D0-D68D5EA82886}" dt="2017-09-24T16:59:45.445" v="86"/>
        <pc:sldMkLst>
          <pc:docMk/>
          <pc:sldMk cId="858178701" sldId="353"/>
        </pc:sldMkLst>
        <pc:spChg chg="mod">
          <ac:chgData name="Sampath Jayarathna" userId="aa7a8714-7736-4927-8c16-9ff815108838" providerId="ADAL" clId="{499EBE74-92CE-4708-B4D0-D68D5EA82886}" dt="2017-09-24T16:59:45.445" v="86"/>
          <ac:spMkLst>
            <pc:docMk/>
            <pc:sldMk cId="858178701" sldId="353"/>
            <ac:spMk id="3" creationId="{00000000-0000-0000-0000-000000000000}"/>
          </ac:spMkLst>
        </pc:spChg>
      </pc:sldChg>
      <pc:sldChg chg="del">
        <pc:chgData name="Sampath Jayarathna" userId="aa7a8714-7736-4927-8c16-9ff815108838" providerId="ADAL" clId="{499EBE74-92CE-4708-B4D0-D68D5EA82886}" dt="2017-09-12T15:04:08.729" v="1" actId="2696"/>
        <pc:sldMkLst>
          <pc:docMk/>
          <pc:sldMk cId="3814497085" sldId="372"/>
        </pc:sldMkLst>
      </pc:sldChg>
      <pc:sldChg chg="del">
        <pc:chgData name="Sampath Jayarathna" userId="aa7a8714-7736-4927-8c16-9ff815108838" providerId="ADAL" clId="{499EBE74-92CE-4708-B4D0-D68D5EA82886}" dt="2017-09-12T15:04:09.166" v="2" actId="2696"/>
        <pc:sldMkLst>
          <pc:docMk/>
          <pc:sldMk cId="410254146" sldId="373"/>
        </pc:sldMkLst>
      </pc:sldChg>
      <pc:sldChg chg="del">
        <pc:chgData name="Sampath Jayarathna" userId="aa7a8714-7736-4927-8c16-9ff815108838" providerId="ADAL" clId="{499EBE74-92CE-4708-B4D0-D68D5EA82886}" dt="2017-09-12T15:04:10.197" v="5" actId="2696"/>
        <pc:sldMkLst>
          <pc:docMk/>
          <pc:sldMk cId="2465032117" sldId="416"/>
        </pc:sldMkLst>
      </pc:sldChg>
      <pc:sldChg chg="del">
        <pc:chgData name="Sampath Jayarathna" userId="aa7a8714-7736-4927-8c16-9ff815108838" providerId="ADAL" clId="{499EBE74-92CE-4708-B4D0-D68D5EA82886}" dt="2017-09-12T15:04:10.431" v="6" actId="2696"/>
        <pc:sldMkLst>
          <pc:docMk/>
          <pc:sldMk cId="560557113" sldId="417"/>
        </pc:sldMkLst>
      </pc:sldChg>
      <pc:sldChg chg="del">
        <pc:chgData name="Sampath Jayarathna" userId="aa7a8714-7736-4927-8c16-9ff815108838" providerId="ADAL" clId="{499EBE74-92CE-4708-B4D0-D68D5EA82886}" dt="2017-09-12T15:04:10.931" v="7" actId="2696"/>
        <pc:sldMkLst>
          <pc:docMk/>
          <pc:sldMk cId="604490762" sldId="419"/>
        </pc:sldMkLst>
      </pc:sldChg>
      <pc:sldChg chg="del">
        <pc:chgData name="Sampath Jayarathna" userId="aa7a8714-7736-4927-8c16-9ff815108838" providerId="ADAL" clId="{499EBE74-92CE-4708-B4D0-D68D5EA82886}" dt="2017-09-12T15:04:11.227" v="8" actId="2696"/>
        <pc:sldMkLst>
          <pc:docMk/>
          <pc:sldMk cId="1281587551" sldId="420"/>
        </pc:sldMkLst>
      </pc:sldChg>
      <pc:sldChg chg="del">
        <pc:chgData name="Sampath Jayarathna" userId="aa7a8714-7736-4927-8c16-9ff815108838" providerId="ADAL" clId="{499EBE74-92CE-4708-B4D0-D68D5EA82886}" dt="2017-09-12T15:04:11.603" v="9" actId="2696"/>
        <pc:sldMkLst>
          <pc:docMk/>
          <pc:sldMk cId="1504104208" sldId="421"/>
        </pc:sldMkLst>
      </pc:sldChg>
      <pc:sldChg chg="del">
        <pc:chgData name="Sampath Jayarathna" userId="aa7a8714-7736-4927-8c16-9ff815108838" providerId="ADAL" clId="{499EBE74-92CE-4708-B4D0-D68D5EA82886}" dt="2017-09-12T15:04:11.994" v="10" actId="2696"/>
        <pc:sldMkLst>
          <pc:docMk/>
          <pc:sldMk cId="3480587755" sldId="422"/>
        </pc:sldMkLst>
      </pc:sldChg>
      <pc:sldChg chg="del">
        <pc:chgData name="Sampath Jayarathna" userId="aa7a8714-7736-4927-8c16-9ff815108838" providerId="ADAL" clId="{499EBE74-92CE-4708-B4D0-D68D5EA82886}" dt="2017-09-12T15:04:12.446" v="11" actId="2696"/>
        <pc:sldMkLst>
          <pc:docMk/>
          <pc:sldMk cId="1631321762" sldId="423"/>
        </pc:sldMkLst>
      </pc:sldChg>
      <pc:sldChg chg="del">
        <pc:chgData name="Sampath Jayarathna" userId="aa7a8714-7736-4927-8c16-9ff815108838" providerId="ADAL" clId="{499EBE74-92CE-4708-B4D0-D68D5EA82886}" dt="2017-09-12T15:04:12.821" v="12" actId="2696"/>
        <pc:sldMkLst>
          <pc:docMk/>
          <pc:sldMk cId="3371586983" sldId="424"/>
        </pc:sldMkLst>
      </pc:sldChg>
      <pc:sldChg chg="del">
        <pc:chgData name="Sampath Jayarathna" userId="aa7a8714-7736-4927-8c16-9ff815108838" providerId="ADAL" clId="{499EBE74-92CE-4708-B4D0-D68D5EA82886}" dt="2017-09-12T15:04:13.180" v="13" actId="2696"/>
        <pc:sldMkLst>
          <pc:docMk/>
          <pc:sldMk cId="617484425" sldId="426"/>
        </pc:sldMkLst>
      </pc:sldChg>
      <pc:sldChg chg="del">
        <pc:chgData name="Sampath Jayarathna" userId="aa7a8714-7736-4927-8c16-9ff815108838" providerId="ADAL" clId="{499EBE74-92CE-4708-B4D0-D68D5EA82886}" dt="2017-09-12T15:04:13.477" v="14" actId="2696"/>
        <pc:sldMkLst>
          <pc:docMk/>
          <pc:sldMk cId="2443456539" sldId="427"/>
        </pc:sldMkLst>
      </pc:sldChg>
      <pc:sldChg chg="del">
        <pc:chgData name="Sampath Jayarathna" userId="aa7a8714-7736-4927-8c16-9ff815108838" providerId="ADAL" clId="{499EBE74-92CE-4708-B4D0-D68D5EA82886}" dt="2017-09-12T15:04:13.743" v="15" actId="2696"/>
        <pc:sldMkLst>
          <pc:docMk/>
          <pc:sldMk cId="2385046714" sldId="428"/>
        </pc:sldMkLst>
      </pc:sldChg>
      <pc:sldChg chg="del">
        <pc:chgData name="Sampath Jayarathna" userId="aa7a8714-7736-4927-8c16-9ff815108838" providerId="ADAL" clId="{499EBE74-92CE-4708-B4D0-D68D5EA82886}" dt="2017-09-12T15:04:14.008" v="16" actId="2696"/>
        <pc:sldMkLst>
          <pc:docMk/>
          <pc:sldMk cId="2459958421" sldId="429"/>
        </pc:sldMkLst>
      </pc:sldChg>
      <pc:sldChg chg="del">
        <pc:chgData name="Sampath Jayarathna" userId="aa7a8714-7736-4927-8c16-9ff815108838" providerId="ADAL" clId="{499EBE74-92CE-4708-B4D0-D68D5EA82886}" dt="2017-09-12T15:04:14.523" v="17" actId="2696"/>
        <pc:sldMkLst>
          <pc:docMk/>
          <pc:sldMk cId="2604325515" sldId="430"/>
        </pc:sldMkLst>
      </pc:sldChg>
      <pc:sldChg chg="del">
        <pc:chgData name="Sampath Jayarathna" userId="aa7a8714-7736-4927-8c16-9ff815108838" providerId="ADAL" clId="{499EBE74-92CE-4708-B4D0-D68D5EA82886}" dt="2017-09-12T15:04:14.962" v="18" actId="2696"/>
        <pc:sldMkLst>
          <pc:docMk/>
          <pc:sldMk cId="4287012752" sldId="431"/>
        </pc:sldMkLst>
      </pc:sldChg>
      <pc:sldChg chg="del">
        <pc:chgData name="Sampath Jayarathna" userId="aa7a8714-7736-4927-8c16-9ff815108838" providerId="ADAL" clId="{499EBE74-92CE-4708-B4D0-D68D5EA82886}" dt="2017-09-12T15:04:15.523" v="19" actId="2696"/>
        <pc:sldMkLst>
          <pc:docMk/>
          <pc:sldMk cId="3254873868" sldId="432"/>
        </pc:sldMkLst>
      </pc:sldChg>
      <pc:sldChg chg="del">
        <pc:chgData name="Sampath Jayarathna" userId="aa7a8714-7736-4927-8c16-9ff815108838" providerId="ADAL" clId="{499EBE74-92CE-4708-B4D0-D68D5EA82886}" dt="2017-09-12T15:04:15.958" v="20" actId="2696"/>
        <pc:sldMkLst>
          <pc:docMk/>
          <pc:sldMk cId="2149540359" sldId="433"/>
        </pc:sldMkLst>
      </pc:sldChg>
      <pc:sldChg chg="del">
        <pc:chgData name="Sampath Jayarathna" userId="aa7a8714-7736-4927-8c16-9ff815108838" providerId="ADAL" clId="{499EBE74-92CE-4708-B4D0-D68D5EA82886}" dt="2017-09-12T15:04:16.368" v="21" actId="2696"/>
        <pc:sldMkLst>
          <pc:docMk/>
          <pc:sldMk cId="1431824454" sldId="434"/>
        </pc:sldMkLst>
      </pc:sldChg>
      <pc:sldChg chg="del">
        <pc:chgData name="Sampath Jayarathna" userId="aa7a8714-7736-4927-8c16-9ff815108838" providerId="ADAL" clId="{499EBE74-92CE-4708-B4D0-D68D5EA82886}" dt="2017-09-12T15:04:16.802" v="22" actId="2696"/>
        <pc:sldMkLst>
          <pc:docMk/>
          <pc:sldMk cId="177052231" sldId="436"/>
        </pc:sldMkLst>
      </pc:sldChg>
      <pc:sldChg chg="del">
        <pc:chgData name="Sampath Jayarathna" userId="aa7a8714-7736-4927-8c16-9ff815108838" providerId="ADAL" clId="{499EBE74-92CE-4708-B4D0-D68D5EA82886}" dt="2017-09-12T15:04:17.192" v="23" actId="2696"/>
        <pc:sldMkLst>
          <pc:docMk/>
          <pc:sldMk cId="237875402" sldId="437"/>
        </pc:sldMkLst>
      </pc:sldChg>
      <pc:sldChg chg="del">
        <pc:chgData name="Sampath Jayarathna" userId="aa7a8714-7736-4927-8c16-9ff815108838" providerId="ADAL" clId="{499EBE74-92CE-4708-B4D0-D68D5EA82886}" dt="2017-09-12T15:04:17.717" v="24" actId="2696"/>
        <pc:sldMkLst>
          <pc:docMk/>
          <pc:sldMk cId="4022589867" sldId="438"/>
        </pc:sldMkLst>
      </pc:sldChg>
      <pc:sldChg chg="del">
        <pc:chgData name="Sampath Jayarathna" userId="aa7a8714-7736-4927-8c16-9ff815108838" providerId="ADAL" clId="{499EBE74-92CE-4708-B4D0-D68D5EA82886}" dt="2017-09-12T15:04:18.371" v="25" actId="2696"/>
        <pc:sldMkLst>
          <pc:docMk/>
          <pc:sldMk cId="2877326565" sldId="441"/>
        </pc:sldMkLst>
      </pc:sldChg>
      <pc:sldChg chg="del">
        <pc:chgData name="Sampath Jayarathna" userId="aa7a8714-7736-4927-8c16-9ff815108838" providerId="ADAL" clId="{499EBE74-92CE-4708-B4D0-D68D5EA82886}" dt="2017-09-12T15:04:18.723" v="26" actId="2696"/>
        <pc:sldMkLst>
          <pc:docMk/>
          <pc:sldMk cId="1634963024" sldId="443"/>
        </pc:sldMkLst>
      </pc:sldChg>
      <pc:sldChg chg="del">
        <pc:chgData name="Sampath Jayarathna" userId="aa7a8714-7736-4927-8c16-9ff815108838" providerId="ADAL" clId="{499EBE74-92CE-4708-B4D0-D68D5EA82886}" dt="2017-09-12T15:04:19.163" v="27" actId="2696"/>
        <pc:sldMkLst>
          <pc:docMk/>
          <pc:sldMk cId="674464450" sldId="444"/>
        </pc:sldMkLst>
      </pc:sldChg>
      <pc:sldChg chg="del">
        <pc:chgData name="Sampath Jayarathna" userId="aa7a8714-7736-4927-8c16-9ff815108838" providerId="ADAL" clId="{499EBE74-92CE-4708-B4D0-D68D5EA82886}" dt="2017-09-12T15:04:19.523" v="28" actId="2696"/>
        <pc:sldMkLst>
          <pc:docMk/>
          <pc:sldMk cId="1103648532" sldId="445"/>
        </pc:sldMkLst>
      </pc:sldChg>
      <pc:sldChg chg="del">
        <pc:chgData name="Sampath Jayarathna" userId="aa7a8714-7736-4927-8c16-9ff815108838" providerId="ADAL" clId="{499EBE74-92CE-4708-B4D0-D68D5EA82886}" dt="2017-09-12T15:04:19.965" v="29" actId="2696"/>
        <pc:sldMkLst>
          <pc:docMk/>
          <pc:sldMk cId="2310452793" sldId="446"/>
        </pc:sldMkLst>
      </pc:sldChg>
      <pc:sldChg chg="del">
        <pc:chgData name="Sampath Jayarathna" userId="aa7a8714-7736-4927-8c16-9ff815108838" providerId="ADAL" clId="{499EBE74-92CE-4708-B4D0-D68D5EA82886}" dt="2017-09-12T15:04:20.408" v="30" actId="2696"/>
        <pc:sldMkLst>
          <pc:docMk/>
          <pc:sldMk cId="2034690977" sldId="447"/>
        </pc:sldMkLst>
      </pc:sldChg>
      <pc:sldChg chg="del">
        <pc:chgData name="Sampath Jayarathna" userId="aa7a8714-7736-4927-8c16-9ff815108838" providerId="ADAL" clId="{499EBE74-92CE-4708-B4D0-D68D5EA82886}" dt="2017-09-12T15:04:20.804" v="31" actId="2696"/>
        <pc:sldMkLst>
          <pc:docMk/>
          <pc:sldMk cId="1558320191" sldId="448"/>
        </pc:sldMkLst>
      </pc:sldChg>
      <pc:sldChg chg="del">
        <pc:chgData name="Sampath Jayarathna" userId="aa7a8714-7736-4927-8c16-9ff815108838" providerId="ADAL" clId="{499EBE74-92CE-4708-B4D0-D68D5EA82886}" dt="2017-09-12T15:04:21.274" v="32" actId="2696"/>
        <pc:sldMkLst>
          <pc:docMk/>
          <pc:sldMk cId="3719010250" sldId="449"/>
        </pc:sldMkLst>
      </pc:sldChg>
      <pc:sldChg chg="del">
        <pc:chgData name="Sampath Jayarathna" userId="aa7a8714-7736-4927-8c16-9ff815108838" providerId="ADAL" clId="{499EBE74-92CE-4708-B4D0-D68D5EA82886}" dt="2017-09-12T15:04:21.916" v="33" actId="2696"/>
        <pc:sldMkLst>
          <pc:docMk/>
          <pc:sldMk cId="364204776" sldId="450"/>
        </pc:sldMkLst>
      </pc:sldChg>
      <pc:sldChg chg="del">
        <pc:chgData name="Sampath Jayarathna" userId="aa7a8714-7736-4927-8c16-9ff815108838" providerId="ADAL" clId="{499EBE74-92CE-4708-B4D0-D68D5EA82886}" dt="2017-09-12T15:04:09.696" v="3" actId="2696"/>
        <pc:sldMkLst>
          <pc:docMk/>
          <pc:sldMk cId="314550613" sldId="451"/>
        </pc:sldMkLst>
      </pc:sldChg>
      <pc:sldChg chg="del">
        <pc:chgData name="Sampath Jayarathna" userId="aa7a8714-7736-4927-8c16-9ff815108838" providerId="ADAL" clId="{499EBE74-92CE-4708-B4D0-D68D5EA82886}" dt="2017-09-12T15:04:09.994" v="4" actId="2696"/>
        <pc:sldMkLst>
          <pc:docMk/>
          <pc:sldMk cId="1882339211" sldId="452"/>
        </pc:sldMkLst>
      </pc:sldChg>
      <pc:sldChg chg="modAnim">
        <pc:chgData name="Sampath Jayarathna" userId="aa7a8714-7736-4927-8c16-9ff815108838" providerId="ADAL" clId="{499EBE74-92CE-4708-B4D0-D68D5EA82886}" dt="2017-09-24T17:59:08.893" v="413"/>
        <pc:sldMkLst>
          <pc:docMk/>
          <pc:sldMk cId="2324434147" sldId="459"/>
        </pc:sldMkLst>
      </pc:sldChg>
      <pc:sldChg chg="modSp modAnim">
        <pc:chgData name="Sampath Jayarathna" userId="aa7a8714-7736-4927-8c16-9ff815108838" providerId="ADAL" clId="{499EBE74-92CE-4708-B4D0-D68D5EA82886}" dt="2017-09-24T17:59:28.132" v="417"/>
        <pc:sldMkLst>
          <pc:docMk/>
          <pc:sldMk cId="2673305904" sldId="460"/>
        </pc:sldMkLst>
        <pc:spChg chg="mod">
          <ac:chgData name="Sampath Jayarathna" userId="aa7a8714-7736-4927-8c16-9ff815108838" providerId="ADAL" clId="{499EBE74-92CE-4708-B4D0-D68D5EA82886}" dt="2017-09-24T17:59:28.132" v="417"/>
          <ac:spMkLst>
            <pc:docMk/>
            <pc:sldMk cId="2673305904" sldId="460"/>
            <ac:spMk id="27652" creationId="{60C014B1-9F59-4E24-8530-CDDA149C3C8F}"/>
          </ac:spMkLst>
        </pc:spChg>
      </pc:sldChg>
      <pc:sldChg chg="modAnim">
        <pc:chgData name="Sampath Jayarathna" userId="aa7a8714-7736-4927-8c16-9ff815108838" providerId="ADAL" clId="{499EBE74-92CE-4708-B4D0-D68D5EA82886}" dt="2017-09-24T18:01:35.321" v="430"/>
        <pc:sldMkLst>
          <pc:docMk/>
          <pc:sldMk cId="3569340784" sldId="462"/>
        </pc:sldMkLst>
      </pc:sldChg>
      <pc:sldChg chg="modAnim">
        <pc:chgData name="Sampath Jayarathna" userId="aa7a8714-7736-4927-8c16-9ff815108838" providerId="ADAL" clId="{499EBE74-92CE-4708-B4D0-D68D5EA82886}" dt="2017-09-24T18:01:26.949" v="428"/>
        <pc:sldMkLst>
          <pc:docMk/>
          <pc:sldMk cId="1650374584" sldId="463"/>
        </pc:sldMkLst>
      </pc:sldChg>
      <pc:sldChg chg="modAnim">
        <pc:chgData name="Sampath Jayarathna" userId="aa7a8714-7736-4927-8c16-9ff815108838" providerId="ADAL" clId="{499EBE74-92CE-4708-B4D0-D68D5EA82886}" dt="2017-09-24T18:01:21.010" v="427"/>
        <pc:sldMkLst>
          <pc:docMk/>
          <pc:sldMk cId="1732650775" sldId="464"/>
        </pc:sldMkLst>
      </pc:sldChg>
      <pc:sldChg chg="modAnim">
        <pc:chgData name="Sampath Jayarathna" userId="aa7a8714-7736-4927-8c16-9ff815108838" providerId="ADAL" clId="{499EBE74-92CE-4708-B4D0-D68D5EA82886}" dt="2017-09-24T18:01:06.897" v="424"/>
        <pc:sldMkLst>
          <pc:docMk/>
          <pc:sldMk cId="2381656722" sldId="465"/>
        </pc:sldMkLst>
      </pc:sldChg>
      <pc:sldChg chg="modAnim">
        <pc:chgData name="Sampath Jayarathna" userId="aa7a8714-7736-4927-8c16-9ff815108838" providerId="ADAL" clId="{499EBE74-92CE-4708-B4D0-D68D5EA82886}" dt="2017-09-24T18:00:51.651" v="422"/>
        <pc:sldMkLst>
          <pc:docMk/>
          <pc:sldMk cId="2743797303" sldId="467"/>
        </pc:sldMkLst>
      </pc:sldChg>
      <pc:sldChg chg="modSp modAnim">
        <pc:chgData name="Sampath Jayarathna" userId="aa7a8714-7736-4927-8c16-9ff815108838" providerId="ADAL" clId="{499EBE74-92CE-4708-B4D0-D68D5EA82886}" dt="2017-09-24T18:00:31.868" v="420"/>
        <pc:sldMkLst>
          <pc:docMk/>
          <pc:sldMk cId="647630597" sldId="468"/>
        </pc:sldMkLst>
        <pc:spChg chg="mod">
          <ac:chgData name="Sampath Jayarathna" userId="aa7a8714-7736-4927-8c16-9ff815108838" providerId="ADAL" clId="{499EBE74-92CE-4708-B4D0-D68D5EA82886}" dt="2017-09-24T17:02:08.052" v="127" actId="20577"/>
          <ac:spMkLst>
            <pc:docMk/>
            <pc:sldMk cId="647630597" sldId="468"/>
            <ac:spMk id="43012" creationId="{3529B49F-5AB4-48C2-9A75-A588B51ABD5C}"/>
          </ac:spMkLst>
        </pc:spChg>
      </pc:sldChg>
      <pc:sldChg chg="addSp delSp modSp add">
        <pc:chgData name="Sampath Jayarathna" userId="aa7a8714-7736-4927-8c16-9ff815108838" providerId="ADAL" clId="{499EBE74-92CE-4708-B4D0-D68D5EA82886}" dt="2017-09-24T17:27:30.949" v="411" actId="20577"/>
        <pc:sldMkLst>
          <pc:docMk/>
          <pc:sldMk cId="4004224794" sldId="469"/>
        </pc:sldMkLst>
        <pc:spChg chg="mod">
          <ac:chgData name="Sampath Jayarathna" userId="aa7a8714-7736-4927-8c16-9ff815108838" providerId="ADAL" clId="{499EBE74-92CE-4708-B4D0-D68D5EA82886}" dt="2017-09-24T17:27:30.949" v="411" actId="20577"/>
          <ac:spMkLst>
            <pc:docMk/>
            <pc:sldMk cId="4004224794" sldId="469"/>
            <ac:spMk id="25603" creationId="{404F4243-B8BE-49AD-AB14-0FE369C1E4E1}"/>
          </ac:spMkLst>
        </pc:spChg>
        <pc:spChg chg="mod">
          <ac:chgData name="Sampath Jayarathna" userId="aa7a8714-7736-4927-8c16-9ff815108838" providerId="ADAL" clId="{499EBE74-92CE-4708-B4D0-D68D5EA82886}" dt="2017-09-24T17:14:17.076" v="370" actId="20577"/>
          <ac:spMkLst>
            <pc:docMk/>
            <pc:sldMk cId="4004224794" sldId="469"/>
            <ac:spMk id="25604" creationId="{1CC20BDA-0ECE-4A4D-AC80-A330D20FA7FE}"/>
          </ac:spMkLst>
        </pc:spChg>
        <pc:picChg chg="add del">
          <ac:chgData name="Sampath Jayarathna" userId="aa7a8714-7736-4927-8c16-9ff815108838" providerId="ADAL" clId="{499EBE74-92CE-4708-B4D0-D68D5EA82886}" dt="2017-09-24T17:12:44.421" v="141"/>
          <ac:picMkLst>
            <pc:docMk/>
            <pc:sldMk cId="4004224794" sldId="469"/>
            <ac:picMk id="2" creationId="{03D96066-6314-495A-8146-11942B0FA05C}"/>
          </ac:picMkLst>
        </pc:picChg>
        <pc:picChg chg="add mod">
          <ac:chgData name="Sampath Jayarathna" userId="aa7a8714-7736-4927-8c16-9ff815108838" providerId="ADAL" clId="{499EBE74-92CE-4708-B4D0-D68D5EA82886}" dt="2017-09-24T17:14:27.741" v="373" actId="1076"/>
          <ac:picMkLst>
            <pc:docMk/>
            <pc:sldMk cId="4004224794" sldId="469"/>
            <ac:picMk id="3" creationId="{4725EAB6-2D18-4526-928D-3B26207B0606}"/>
          </ac:picMkLst>
        </pc:picChg>
      </pc:sldChg>
      <pc:sldChg chg="addSp delSp modSp add ord">
        <pc:chgData name="Sampath Jayarathna" userId="aa7a8714-7736-4927-8c16-9ff815108838" providerId="ADAL" clId="{499EBE74-92CE-4708-B4D0-D68D5EA82886}" dt="2017-09-24T18:00:02.718" v="418"/>
        <pc:sldMkLst>
          <pc:docMk/>
          <pc:sldMk cId="1414251485" sldId="470"/>
        </pc:sldMkLst>
        <pc:spChg chg="mod">
          <ac:chgData name="Sampath Jayarathna" userId="aa7a8714-7736-4927-8c16-9ff815108838" providerId="ADAL" clId="{499EBE74-92CE-4708-B4D0-D68D5EA82886}" dt="2017-09-24T17:18:45.910" v="396" actId="20577"/>
          <ac:spMkLst>
            <pc:docMk/>
            <pc:sldMk cId="1414251485" sldId="470"/>
            <ac:spMk id="30723" creationId="{A129D506-3C2C-43FF-BD16-BE75B2E53A0C}"/>
          </ac:spMkLst>
        </pc:spChg>
        <pc:spChg chg="del">
          <ac:chgData name="Sampath Jayarathna" userId="aa7a8714-7736-4927-8c16-9ff815108838" providerId="ADAL" clId="{499EBE74-92CE-4708-B4D0-D68D5EA82886}" dt="2017-09-24T17:18:56.117" v="397" actId="478"/>
          <ac:spMkLst>
            <pc:docMk/>
            <pc:sldMk cId="1414251485" sldId="470"/>
            <ac:spMk id="30724" creationId="{87DAD555-A649-4C13-83C9-C3BF924892F5}"/>
          </ac:spMkLst>
        </pc:spChg>
        <pc:spChg chg="del">
          <ac:chgData name="Sampath Jayarathna" userId="aa7a8714-7736-4927-8c16-9ff815108838" providerId="ADAL" clId="{499EBE74-92CE-4708-B4D0-D68D5EA82886}" dt="2017-09-24T17:18:59.349" v="399" actId="478"/>
          <ac:spMkLst>
            <pc:docMk/>
            <pc:sldMk cId="1414251485" sldId="470"/>
            <ac:spMk id="30725" creationId="{36DAF2DE-B4D8-41C2-8C63-0D9B2D79EEA4}"/>
          </ac:spMkLst>
        </pc:spChg>
        <pc:spChg chg="del">
          <ac:chgData name="Sampath Jayarathna" userId="aa7a8714-7736-4927-8c16-9ff815108838" providerId="ADAL" clId="{499EBE74-92CE-4708-B4D0-D68D5EA82886}" dt="2017-09-24T17:18:58.037" v="398" actId="478"/>
          <ac:spMkLst>
            <pc:docMk/>
            <pc:sldMk cId="1414251485" sldId="470"/>
            <ac:spMk id="30726" creationId="{B4C2DF14-6451-4456-B87E-AEBD23AB83EB}"/>
          </ac:spMkLst>
        </pc:spChg>
        <pc:picChg chg="add mod">
          <ac:chgData name="Sampath Jayarathna" userId="aa7a8714-7736-4927-8c16-9ff815108838" providerId="ADAL" clId="{499EBE74-92CE-4708-B4D0-D68D5EA82886}" dt="2017-09-24T17:19:11.941" v="404" actId="14100"/>
          <ac:picMkLst>
            <pc:docMk/>
            <pc:sldMk cId="1414251485" sldId="470"/>
            <ac:picMk id="2" creationId="{B4CE6886-46EB-4299-9974-3F2D9C270AE2}"/>
          </ac:picMkLst>
        </pc:picChg>
      </pc:sldChg>
      <pc:sldChg chg="add del">
        <pc:chgData name="Sampath Jayarathna" userId="aa7a8714-7736-4927-8c16-9ff815108838" providerId="ADAL" clId="{499EBE74-92CE-4708-B4D0-D68D5EA82886}" dt="2017-09-24T17:12:20.886" v="137"/>
        <pc:sldMkLst>
          <pc:docMk/>
          <pc:sldMk cId="2815770532" sldId="470"/>
        </pc:sldMkLst>
      </pc:sldChg>
      <pc:sldChg chg="add del">
        <pc:chgData name="Sampath Jayarathna" userId="aa7a8714-7736-4927-8c16-9ff815108838" providerId="ADAL" clId="{499EBE74-92CE-4708-B4D0-D68D5EA82886}" dt="2017-09-24T17:12:28.891" v="139"/>
        <pc:sldMkLst>
          <pc:docMk/>
          <pc:sldMk cId="3299962109" sldId="4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66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87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71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14D48E-85A2-4F85-A8A9-5CB223382494}" type="slidenum">
              <a:rPr lang="en-US" altLang="en-US" sz="1300" smtClean="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4343400"/>
            <a:ext cx="5778500" cy="4392613"/>
          </a:xfrm>
          <a:noFill/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177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 is the difference between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Variance is the amount that the estimate of the target function will change if different training data was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used.erage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prediction of model and the correct value which we are trying to predict.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7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32DA8AC-1212-426E-B7CA-F5EFC1DCC896}" type="slidenum">
              <a:rPr lang="en-US" altLang="en-US" sz="1300" smtClean="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754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79EA84A-5BE3-4B2E-ABC7-21A4B1A4DFD1}" type="slidenum">
              <a:rPr lang="en-US" altLang="en-US" sz="1300" smtClean="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3738"/>
            <a:ext cx="4552950" cy="3414712"/>
          </a:xfrm>
          <a:ln w="12700" cap="flat">
            <a:solidFill>
              <a:schemeClr val="tx1"/>
            </a:solidFill>
          </a:ln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72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FEB823D-019C-4958-AC60-D80839DF463B}" type="slidenum">
              <a:rPr lang="en-US" altLang="en-US" sz="1300" smtClean="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3738"/>
            <a:ext cx="4552950" cy="3414712"/>
          </a:xfrm>
          <a:ln w="12700" cap="flat">
            <a:solidFill>
              <a:schemeClr val="tx1"/>
            </a:solidFill>
          </a:ln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11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B9D3F4F-058E-4B89-B90B-8867B70DDC71}" type="slidenum">
              <a:rPr lang="en-US" altLang="en-US" sz="1300" smtClean="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3738"/>
            <a:ext cx="4552950" cy="3414712"/>
          </a:xfrm>
          <a:ln w="12700" cap="flat">
            <a:solidFill>
              <a:schemeClr val="tx1"/>
            </a:solidFill>
          </a:ln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898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C29551B-5CA5-4AE3-BAAC-02174DFC1C7F}" type="slidenum">
              <a:rPr lang="en-US" altLang="en-US" sz="1300" smtClean="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698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0E3326-8EBD-4C04-BF05-5F14A1549399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16464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576609-29F9-4214-BA8B-09A33B74E592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27479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011B324-9A5D-4D77-B213-AA9B00F129A4}" type="slidenum">
              <a:rPr lang="en-US" altLang="en-US" sz="1300" smtClean="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434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63CC31-C2C0-484E-B0C3-BBE90B66246F}" type="slidenum">
              <a:rPr lang="en-US" altLang="en-US" sz="1300" smtClean="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104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FFD3E3-6454-4BE5-A4B6-6BE69B9A39BF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62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239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1A6AA4-3A5B-4571-8697-B4CFAEE3D8A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086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1A6AA4-3A5B-4571-8697-B4CFAEE3D8A8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4512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i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 i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 i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 i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 i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i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i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i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i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DED5EC9-FA54-40A3-B440-E58FDC850F30}" type="slidenum">
              <a:rPr lang="en-US" altLang="en-US" sz="1200" i="0"/>
              <a:pPr eaLnBrk="1" hangingPunct="1"/>
              <a:t>18</a:t>
            </a:fld>
            <a:endParaRPr lang="en-US" altLang="en-US" sz="1200" i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219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 ROC indicates how well the probabilities from the positive classes are separated from the negative classes.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decrease the threshold, we get more positive values thus increasing the sensitivity. Meanwhile, this will decrease the specificity.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Similarly, when we increase the threshold, we get more negative values thus increasing the specificity and decreasing sensitivity.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 gives us the True Negative Rate and (1 — Specificity) gives us the False Positive Rate.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87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27CDD5-DD15-44F9-A740-0F837F424E94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2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746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4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3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F2747F-ECC4-BB44-B379-DEBCDE6D0557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13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6C1ACB-37F4-2E4E-A02F-3AD2C3500E5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0597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C9741-E27D-6644-A29C-7357B3CA285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948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A6FC00-01EB-8C4B-8EBA-327D665853C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325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4B30A-E151-554F-9F57-FEC60EAD6DEE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57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F5AC9E-F104-7046-909E-B47A8243FECD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812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9DDB79-4A56-9B43-9E32-8AACDB1BCC49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58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70207B-D522-9843-9370-2EDD2ED326F5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887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68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7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948266" y="2760831"/>
            <a:ext cx="7247467" cy="862204"/>
          </a:xfrm>
        </p:spPr>
        <p:txBody>
          <a:bodyPr/>
          <a:lstStyle/>
          <a:p>
            <a:pPr eaLnBrk="1" hangingPunct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58489" y="5117006"/>
            <a:ext cx="6867330" cy="1591205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J.Shana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14-07-2026</a:t>
            </a:r>
          </a:p>
          <a:p>
            <a:pPr eaLnBrk="1" hangingPunct="1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/>
              <a:t>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04253-F107-EDEC-5AFF-C555481B821E}"/>
              </a:ext>
            </a:extLst>
          </p:cNvPr>
          <p:cNvSpPr txBox="1"/>
          <p:nvPr/>
        </p:nvSpPr>
        <p:spPr>
          <a:xfrm>
            <a:off x="677333" y="372533"/>
            <a:ext cx="2664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ML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itle 1"/>
          <p:cNvSpPr>
            <a:spLocks noGrp="1"/>
          </p:cNvSpPr>
          <p:nvPr>
            <p:ph type="title" idx="4294967295"/>
          </p:nvPr>
        </p:nvSpPr>
        <p:spPr>
          <a:xfrm>
            <a:off x="457200" y="526875"/>
            <a:ext cx="3956756" cy="760058"/>
          </a:xfrm>
        </p:spPr>
        <p:txBody>
          <a:bodyPr anchor="ctr">
            <a:noAutofit/>
          </a:bodyPr>
          <a:lstStyle/>
          <a:p>
            <a:pPr eaLnBrk="1" hangingPunct="1"/>
            <a:r>
              <a:rPr lang="en-US" altLang="zh-CN" sz="3600" b="1" dirty="0">
                <a:ea typeface="SimSun" panose="02010600030101010101" pitchFamily="2" charset="-122"/>
              </a:rPr>
              <a:t>Evaluation</a:t>
            </a:r>
          </a:p>
        </p:txBody>
      </p:sp>
      <p:sp>
        <p:nvSpPr>
          <p:cNvPr id="8196" name="Content Placeholder 2"/>
          <p:cNvSpPr>
            <a:spLocks noGrp="1"/>
          </p:cNvSpPr>
          <p:nvPr>
            <p:ph idx="4294967295"/>
          </p:nvPr>
        </p:nvSpPr>
        <p:spPr>
          <a:xfrm>
            <a:off x="457200" y="1580444"/>
            <a:ext cx="8229600" cy="386080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Evaluation = Process of judging the merit or worth of something</a:t>
            </a: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Evaluation is key to building </a:t>
            </a:r>
            <a:r>
              <a:rPr lang="en-US" altLang="zh-CN" sz="28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effective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8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efficient</a:t>
            </a:r>
            <a:r>
              <a:rPr lang="en-US" altLang="zh-CN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ML systems</a:t>
            </a:r>
          </a:p>
          <a:p>
            <a:r>
              <a:rPr lang="en-US" altLang="zh-TW" sz="2800" dirty="0">
                <a:ea typeface="PMingLiU" panose="02020500000000000000" pitchFamily="18" charset="-120"/>
              </a:rPr>
              <a:t>Why? </a:t>
            </a:r>
          </a:p>
          <a:p>
            <a:pPr lvl="1"/>
            <a:r>
              <a:rPr lang="en-US" altLang="zh-TW" sz="2500" dirty="0">
                <a:ea typeface="PMingLiU" panose="02020500000000000000" pitchFamily="18" charset="-120"/>
              </a:rPr>
              <a:t>There are many models/ algorithms/ systems, which one is the best?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67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122" y="362231"/>
            <a:ext cx="6493386" cy="1016935"/>
          </a:xfrm>
        </p:spPr>
        <p:txBody>
          <a:bodyPr/>
          <a:lstStyle/>
          <a:p>
            <a:r>
              <a:rPr lang="en-US" b="1" dirty="0"/>
              <a:t>Regression / 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122" y="1508421"/>
            <a:ext cx="8549700" cy="4987347"/>
          </a:xfrm>
        </p:spPr>
        <p:txBody>
          <a:bodyPr>
            <a:normAutofit/>
          </a:bodyPr>
          <a:lstStyle/>
          <a:p>
            <a:r>
              <a:rPr lang="en-US" dirty="0"/>
              <a:t>Predictive modeling / Supervised learning</a:t>
            </a:r>
          </a:p>
          <a:p>
            <a:r>
              <a:rPr lang="en-US" dirty="0"/>
              <a:t>A model is a specification of mathematical/probabilistic relationships that exist between different variables</a:t>
            </a:r>
          </a:p>
          <a:p>
            <a:r>
              <a:rPr lang="en-US" dirty="0"/>
              <a:t>The goal is usually to use existing data to develop models that we can use to predict outcomes for new data, such as</a:t>
            </a:r>
          </a:p>
          <a:p>
            <a:pPr lvl="1"/>
            <a:r>
              <a:rPr lang="en-US" dirty="0"/>
              <a:t>Predicting whether an email message is spam or not</a:t>
            </a:r>
          </a:p>
          <a:p>
            <a:pPr lvl="1"/>
            <a:r>
              <a:rPr lang="en-US" dirty="0"/>
              <a:t>Predicting whether a credit card transaction is fraudulent</a:t>
            </a:r>
          </a:p>
          <a:p>
            <a:pPr lvl="1"/>
            <a:r>
              <a:rPr lang="en-US" dirty="0"/>
              <a:t>Predicting which advertisement a shopper is most likely to click on</a:t>
            </a:r>
          </a:p>
          <a:p>
            <a:pPr lvl="1"/>
            <a:r>
              <a:rPr lang="en-US" dirty="0"/>
              <a:t>Predicting which football team is going to win the Super Bowl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Predicting stock price of a given company</a:t>
            </a:r>
          </a:p>
          <a:p>
            <a:pPr lvl="1"/>
            <a:r>
              <a:rPr lang="en-US" dirty="0"/>
              <a:t>Predicting number of buyers of a certain product</a:t>
            </a:r>
          </a:p>
          <a:p>
            <a:pPr lvl="1"/>
            <a:r>
              <a:rPr lang="en-US" dirty="0"/>
              <a:t>Predicting user ratings of a new movie</a:t>
            </a:r>
          </a:p>
          <a:p>
            <a:pPr lvl="1"/>
            <a:r>
              <a:rPr lang="en-US" dirty="0"/>
              <a:t>Predicting the grade of a disease</a:t>
            </a:r>
          </a:p>
        </p:txBody>
      </p:sp>
      <p:sp>
        <p:nvSpPr>
          <p:cNvPr id="4" name="Right Brace 3"/>
          <p:cNvSpPr/>
          <p:nvPr/>
        </p:nvSpPr>
        <p:spPr>
          <a:xfrm>
            <a:off x="6963508" y="3667648"/>
            <a:ext cx="242669" cy="110935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5596701" y="4971922"/>
            <a:ext cx="242670" cy="12158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240730" y="3701095"/>
            <a:ext cx="1903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Nominal </a:t>
            </a:r>
          </a:p>
          <a:p>
            <a:r>
              <a:rPr lang="en-US" dirty="0"/>
              <a:t>(categorical with</a:t>
            </a:r>
          </a:p>
          <a:p>
            <a:r>
              <a:rPr lang="en-US" dirty="0"/>
              <a:t>No particular order)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7571" y="539518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Continuous / ordinal</a:t>
            </a:r>
          </a:p>
        </p:txBody>
      </p:sp>
    </p:spTree>
    <p:extLst>
      <p:ext uri="{BB962C8B-B14F-4D97-AF65-F5344CB8AC3E}">
        <p14:creationId xmlns:p14="http://schemas.microsoft.com/office/powerpoint/2010/main" val="128281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504472" y="365126"/>
            <a:ext cx="5298017" cy="989541"/>
          </a:xfrm>
        </p:spPr>
        <p:txBody>
          <a:bodyPr/>
          <a:lstStyle/>
          <a:p>
            <a:r>
              <a:rPr lang="en-US" altLang="en-US" b="1" dirty="0"/>
              <a:t>Performance evaluation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472" y="1557867"/>
            <a:ext cx="7886700" cy="4528785"/>
          </a:xfrm>
        </p:spPr>
        <p:txBody>
          <a:bodyPr>
            <a:normAutofit/>
          </a:bodyPr>
          <a:lstStyle/>
          <a:p>
            <a:r>
              <a:rPr lang="en-US" altLang="en-US" dirty="0"/>
              <a:t>How predictive is the model we learned?</a:t>
            </a:r>
          </a:p>
          <a:p>
            <a:pPr lvl="1"/>
            <a:r>
              <a:rPr lang="en-US" altLang="en-US" dirty="0"/>
              <a:t>For regression, usually R</a:t>
            </a:r>
            <a:r>
              <a:rPr lang="en-US" altLang="en-US" baseline="30000" dirty="0"/>
              <a:t>2</a:t>
            </a:r>
            <a:r>
              <a:rPr lang="en-US" altLang="en-US" dirty="0"/>
              <a:t> or MSE</a:t>
            </a:r>
          </a:p>
          <a:p>
            <a:pPr lvl="1"/>
            <a:r>
              <a:rPr lang="en-US" altLang="en-US" dirty="0"/>
              <a:t>For classification, many options </a:t>
            </a:r>
          </a:p>
          <a:p>
            <a:pPr lvl="2"/>
            <a:r>
              <a:rPr lang="en-US" altLang="en-US" dirty="0"/>
              <a:t>Accuracy can be used, with caution</a:t>
            </a:r>
          </a:p>
          <a:p>
            <a:r>
              <a:rPr lang="en-US" altLang="en-US" dirty="0"/>
              <a:t>Performance on the training data (data used to build models) is </a:t>
            </a:r>
            <a:r>
              <a:rPr lang="en-US" altLang="en-US" i="1" dirty="0"/>
              <a:t>not</a:t>
            </a:r>
            <a:r>
              <a:rPr lang="en-US" altLang="en-US" dirty="0"/>
              <a:t> a good indicator of performance on future data</a:t>
            </a:r>
          </a:p>
          <a:p>
            <a:pPr lvl="1"/>
            <a:r>
              <a:rPr lang="en-US" altLang="en-US" b="1" i="1" dirty="0"/>
              <a:t>Q: Why?</a:t>
            </a:r>
            <a:r>
              <a:rPr lang="en-US" altLang="en-US" dirty="0"/>
              <a:t>  </a:t>
            </a:r>
          </a:p>
          <a:p>
            <a:pPr lvl="1"/>
            <a:r>
              <a:rPr lang="en-US" altLang="en-US" dirty="0"/>
              <a:t>A: Because new data will probably not be </a:t>
            </a:r>
            <a:r>
              <a:rPr lang="en-US" altLang="en-US" b="1" dirty="0"/>
              <a:t>exactly </a:t>
            </a:r>
            <a:r>
              <a:rPr lang="en-US" altLang="en-US" dirty="0"/>
              <a:t>the same as the training data!</a:t>
            </a:r>
          </a:p>
        </p:txBody>
      </p:sp>
    </p:spTree>
    <p:extLst>
      <p:ext uri="{BB962C8B-B14F-4D97-AF65-F5344CB8AC3E}">
        <p14:creationId xmlns:p14="http://schemas.microsoft.com/office/powerpoint/2010/main" val="11940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463" y="194681"/>
            <a:ext cx="3886537" cy="1512471"/>
          </a:xfrm>
          <a:prstGeom prst="rect">
            <a:avLst/>
          </a:prstGeom>
        </p:spPr>
      </p:pic>
      <p:pic>
        <p:nvPicPr>
          <p:cNvPr id="7170" name="Picture 2" descr="Image result for overfitting vs underfitting&quot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29" y="2508825"/>
            <a:ext cx="8976031" cy="256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vs underfitting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4820" y="5053303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4677" y="5053303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0165" y="5338473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bias, low 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6819" y="5296940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bias, high 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0158" y="5644114"/>
            <a:ext cx="1829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 # of features or complexity of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0057" y="5587841"/>
            <a:ext cx="2634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more training data, or reduce # of features or  complexity of model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28650" y="1413657"/>
            <a:ext cx="7886700" cy="132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en-US" dirty="0"/>
              <a:t>Overfitting – fitting the training data too precisely - usually leads to poor results on new data</a:t>
            </a:r>
          </a:p>
          <a:p>
            <a:pPr fontAlgn="auto">
              <a:spcAft>
                <a:spcPts val="0"/>
              </a:spcAft>
            </a:pPr>
            <a:r>
              <a:rPr lang="en-US" altLang="en-US" dirty="0" err="1"/>
              <a:t>Underfitting</a:t>
            </a:r>
            <a:r>
              <a:rPr lang="en-US" altLang="en-US" dirty="0"/>
              <a:t> – model does not fit training data well </a:t>
            </a:r>
          </a:p>
        </p:txBody>
      </p:sp>
    </p:spTree>
    <p:extLst>
      <p:ext uri="{BB962C8B-B14F-4D97-AF65-F5344CB8AC3E}">
        <p14:creationId xmlns:p14="http://schemas.microsoft.com/office/powerpoint/2010/main" val="68888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Evaluation on “LARGE” data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473" y="1603022"/>
            <a:ext cx="7886700" cy="4573941"/>
          </a:xfrm>
        </p:spPr>
        <p:txBody>
          <a:bodyPr/>
          <a:lstStyle/>
          <a:p>
            <a:r>
              <a:rPr lang="en-US" altLang="en-US" dirty="0"/>
              <a:t>If many (thousands) of examples are available, then how can we evaluate our model?</a:t>
            </a:r>
          </a:p>
          <a:p>
            <a:r>
              <a:rPr lang="en-US" altLang="en-US" dirty="0"/>
              <a:t>A simple evaluation is sufficient</a:t>
            </a:r>
          </a:p>
          <a:p>
            <a:pPr lvl="1"/>
            <a:r>
              <a:rPr lang="en-US" altLang="en-US" dirty="0"/>
              <a:t>Randomly split data into training and test sets (e.g. 2/3 for train, 1/3 for test)</a:t>
            </a:r>
          </a:p>
          <a:p>
            <a:pPr lvl="1"/>
            <a:r>
              <a:rPr lang="en-US" altLang="en-US" dirty="0"/>
              <a:t>For classification, make sure training and testing have similar distribution of class labels</a:t>
            </a:r>
          </a:p>
          <a:p>
            <a:r>
              <a:rPr lang="en-US" altLang="zh-TW" dirty="0">
                <a:ea typeface="PMingLiU" panose="02020500000000000000" pitchFamily="18" charset="-120"/>
              </a:rPr>
              <a:t>Build a model using the </a:t>
            </a:r>
            <a:r>
              <a:rPr lang="en-US" altLang="zh-TW" i="1" dirty="0">
                <a:ea typeface="PMingLiU" panose="02020500000000000000" pitchFamily="18" charset="-120"/>
              </a:rPr>
              <a:t>train</a:t>
            </a:r>
            <a:r>
              <a:rPr lang="en-US" altLang="zh-TW" dirty="0">
                <a:ea typeface="PMingLiU" panose="02020500000000000000" pitchFamily="18" charset="-120"/>
              </a:rPr>
              <a:t> set and evaluate it using the </a:t>
            </a:r>
            <a:r>
              <a:rPr lang="en-US" altLang="zh-TW" i="1" dirty="0">
                <a:ea typeface="PMingLiU" panose="02020500000000000000" pitchFamily="18" charset="-120"/>
              </a:rPr>
              <a:t>test</a:t>
            </a:r>
            <a:r>
              <a:rPr lang="en-US" altLang="zh-TW" dirty="0">
                <a:ea typeface="PMingLiU" panose="02020500000000000000" pitchFamily="18" charset="-120"/>
              </a:rPr>
              <a:t> set. </a:t>
            </a:r>
            <a:endParaRPr lang="en-US" altLang="zh-TW" i="1" dirty="0"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477442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62224" y="488158"/>
            <a:ext cx="8470761" cy="1116806"/>
          </a:xfrm>
        </p:spPr>
        <p:txBody>
          <a:bodyPr vert="horz" lIns="69056" tIns="34529" rIns="69056" bIns="34529" rtlCol="0" anchor="ctr">
            <a:normAutofit/>
          </a:bodyPr>
          <a:lstStyle/>
          <a:p>
            <a:pPr defTabSz="688181"/>
            <a:r>
              <a:rPr lang="en-US" altLang="en-US" sz="2700" dirty="0"/>
              <a:t>Model Evaluation Step 1: </a:t>
            </a:r>
            <a:br>
              <a:rPr lang="en-US" altLang="en-US" sz="2700" dirty="0"/>
            </a:br>
            <a:r>
              <a:rPr lang="en-US" altLang="en-US" sz="2700" dirty="0"/>
              <a:t>Split data into train and test sets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2571750" y="1943101"/>
            <a:ext cx="1293623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000000"/>
                </a:solidFill>
                <a:latin typeface="Arial" panose="020B0604020202020204" pitchFamily="34" charset="0"/>
              </a:rPr>
              <a:t>Results Known</a:t>
            </a: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2738438" y="2412206"/>
            <a:ext cx="857250" cy="9429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25606" name="Line 5"/>
          <p:cNvSpPr>
            <a:spLocks noChangeShapeType="1"/>
          </p:cNvSpPr>
          <p:nvPr/>
        </p:nvSpPr>
        <p:spPr bwMode="auto">
          <a:xfrm>
            <a:off x="2733675" y="276463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7" name="Line 6"/>
          <p:cNvSpPr>
            <a:spLocks noChangeShapeType="1"/>
          </p:cNvSpPr>
          <p:nvPr/>
        </p:nvSpPr>
        <p:spPr bwMode="auto">
          <a:xfrm>
            <a:off x="2733675" y="2526506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8" name="Line 7"/>
          <p:cNvSpPr>
            <a:spLocks noChangeShapeType="1"/>
          </p:cNvSpPr>
          <p:nvPr/>
        </p:nvSpPr>
        <p:spPr bwMode="auto">
          <a:xfrm>
            <a:off x="2733675" y="265033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9" name="Line 8"/>
          <p:cNvSpPr>
            <a:spLocks noChangeShapeType="1"/>
          </p:cNvSpPr>
          <p:nvPr/>
        </p:nvSpPr>
        <p:spPr bwMode="auto">
          <a:xfrm>
            <a:off x="2733675" y="2888456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Line 9"/>
          <p:cNvSpPr>
            <a:spLocks noChangeShapeType="1"/>
          </p:cNvSpPr>
          <p:nvPr/>
        </p:nvSpPr>
        <p:spPr bwMode="auto">
          <a:xfrm>
            <a:off x="2733675" y="324088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1" name="Line 10"/>
          <p:cNvSpPr>
            <a:spLocks noChangeShapeType="1"/>
          </p:cNvSpPr>
          <p:nvPr/>
        </p:nvSpPr>
        <p:spPr bwMode="auto">
          <a:xfrm>
            <a:off x="2733675" y="312658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Line 11"/>
          <p:cNvSpPr>
            <a:spLocks noChangeShapeType="1"/>
          </p:cNvSpPr>
          <p:nvPr/>
        </p:nvSpPr>
        <p:spPr bwMode="auto">
          <a:xfrm>
            <a:off x="2733675" y="3002756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Line 12"/>
          <p:cNvSpPr>
            <a:spLocks noChangeShapeType="1"/>
          </p:cNvSpPr>
          <p:nvPr/>
        </p:nvSpPr>
        <p:spPr bwMode="auto">
          <a:xfrm flipV="1">
            <a:off x="3462338" y="2407444"/>
            <a:ext cx="0" cy="9525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4" name="Rectangle 13"/>
          <p:cNvSpPr>
            <a:spLocks noChangeArrowheads="1"/>
          </p:cNvSpPr>
          <p:nvPr/>
        </p:nvSpPr>
        <p:spPr bwMode="auto">
          <a:xfrm>
            <a:off x="3429000" y="2362201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615" name="Rectangle 14"/>
          <p:cNvSpPr>
            <a:spLocks noChangeArrowheads="1"/>
          </p:cNvSpPr>
          <p:nvPr/>
        </p:nvSpPr>
        <p:spPr bwMode="auto">
          <a:xfrm>
            <a:off x="3429000" y="2476501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616" name="Rectangle 15"/>
          <p:cNvSpPr>
            <a:spLocks noChangeArrowheads="1"/>
          </p:cNvSpPr>
          <p:nvPr/>
        </p:nvSpPr>
        <p:spPr bwMode="auto">
          <a:xfrm>
            <a:off x="3429000" y="2600326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5617" name="Rectangle 16"/>
          <p:cNvSpPr>
            <a:spLocks noChangeArrowheads="1"/>
          </p:cNvSpPr>
          <p:nvPr/>
        </p:nvSpPr>
        <p:spPr bwMode="auto">
          <a:xfrm>
            <a:off x="3429000" y="2714626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5618" name="Rectangle 17"/>
          <p:cNvSpPr>
            <a:spLocks noChangeArrowheads="1"/>
          </p:cNvSpPr>
          <p:nvPr/>
        </p:nvSpPr>
        <p:spPr bwMode="auto">
          <a:xfrm>
            <a:off x="3429000" y="2828926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619" name="Rectangle 18"/>
          <p:cNvSpPr>
            <a:spLocks noChangeArrowheads="1"/>
          </p:cNvSpPr>
          <p:nvPr/>
        </p:nvSpPr>
        <p:spPr bwMode="auto">
          <a:xfrm>
            <a:off x="2721769" y="1699022"/>
            <a:ext cx="973022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000000"/>
                </a:solidFill>
                <a:latin typeface="Arial" panose="020B0604020202020204" pitchFamily="34" charset="0"/>
              </a:rPr>
              <a:t>THE PAST</a:t>
            </a:r>
          </a:p>
        </p:txBody>
      </p:sp>
      <p:grpSp>
        <p:nvGrpSpPr>
          <p:cNvPr id="25620" name="Group 19"/>
          <p:cNvGrpSpPr>
            <a:grpSpLocks/>
          </p:cNvGrpSpPr>
          <p:nvPr/>
        </p:nvGrpSpPr>
        <p:grpSpPr bwMode="auto">
          <a:xfrm>
            <a:off x="1529953" y="2363391"/>
            <a:ext cx="870347" cy="1009650"/>
            <a:chOff x="325" y="1265"/>
            <a:chExt cx="731" cy="848"/>
          </a:xfrm>
        </p:grpSpPr>
        <p:sp>
          <p:nvSpPr>
            <p:cNvPr id="25638" name="Oval 20"/>
            <p:cNvSpPr>
              <a:spLocks noChangeArrowheads="1"/>
            </p:cNvSpPr>
            <p:nvPr/>
          </p:nvSpPr>
          <p:spPr bwMode="auto">
            <a:xfrm>
              <a:off x="325" y="1833"/>
              <a:ext cx="727" cy="28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5639" name="Oval 21" descr="Dotted diamond"/>
            <p:cNvSpPr>
              <a:spLocks noChangeArrowheads="1"/>
            </p:cNvSpPr>
            <p:nvPr/>
          </p:nvSpPr>
          <p:spPr bwMode="auto">
            <a:xfrm>
              <a:off x="325" y="1265"/>
              <a:ext cx="727" cy="280"/>
            </a:xfrm>
            <a:prstGeom prst="ellipse">
              <a:avLst/>
            </a:prstGeom>
            <a:pattFill prst="dotDmnd">
              <a:fgClr>
                <a:srgbClr val="51DC00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5640" name="Oval 22"/>
            <p:cNvSpPr>
              <a:spLocks noChangeArrowheads="1"/>
            </p:cNvSpPr>
            <p:nvPr/>
          </p:nvSpPr>
          <p:spPr bwMode="auto">
            <a:xfrm>
              <a:off x="325" y="1805"/>
              <a:ext cx="731" cy="2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5641" name="Line 23"/>
            <p:cNvSpPr>
              <a:spLocks noChangeShapeType="1"/>
            </p:cNvSpPr>
            <p:nvPr/>
          </p:nvSpPr>
          <p:spPr bwMode="auto">
            <a:xfrm>
              <a:off x="1056" y="1405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2" name="Rectangle 24"/>
            <p:cNvSpPr>
              <a:spLocks noChangeArrowheads="1"/>
            </p:cNvSpPr>
            <p:nvPr/>
          </p:nvSpPr>
          <p:spPr bwMode="auto">
            <a:xfrm>
              <a:off x="454" y="1682"/>
              <a:ext cx="4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 b="1">
                  <a:solidFill>
                    <a:srgbClr val="000000"/>
                  </a:solidFill>
                  <a:latin typeface="Arial" panose="020B0604020202020204" pitchFamily="34" charset="0"/>
                </a:rPr>
                <a:t>Data</a:t>
              </a:r>
            </a:p>
          </p:txBody>
        </p:sp>
        <p:sp>
          <p:nvSpPr>
            <p:cNvPr id="25643" name="Line 25"/>
            <p:cNvSpPr>
              <a:spLocks noChangeShapeType="1"/>
            </p:cNvSpPr>
            <p:nvPr/>
          </p:nvSpPr>
          <p:spPr bwMode="auto">
            <a:xfrm>
              <a:off x="325" y="1413"/>
              <a:ext cx="0" cy="5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21" name="Line 26"/>
          <p:cNvSpPr>
            <a:spLocks noChangeShapeType="1"/>
          </p:cNvSpPr>
          <p:nvPr/>
        </p:nvSpPr>
        <p:spPr bwMode="auto">
          <a:xfrm flipV="1">
            <a:off x="2400301" y="2902745"/>
            <a:ext cx="330994" cy="11906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2" name="Rectangle 27"/>
          <p:cNvSpPr>
            <a:spLocks noChangeArrowheads="1"/>
          </p:cNvSpPr>
          <p:nvPr/>
        </p:nvSpPr>
        <p:spPr bwMode="auto">
          <a:xfrm>
            <a:off x="4577953" y="2408635"/>
            <a:ext cx="1037142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FF5008"/>
                </a:solidFill>
                <a:latin typeface="Arial" panose="020B0604020202020204" pitchFamily="34" charset="0"/>
              </a:rPr>
              <a:t>Training set</a:t>
            </a:r>
          </a:p>
        </p:txBody>
      </p:sp>
      <p:grpSp>
        <p:nvGrpSpPr>
          <p:cNvPr id="25623" name="Group 28"/>
          <p:cNvGrpSpPr>
            <a:grpSpLocks/>
          </p:cNvGrpSpPr>
          <p:nvPr/>
        </p:nvGrpSpPr>
        <p:grpSpPr bwMode="auto">
          <a:xfrm>
            <a:off x="4167188" y="2408635"/>
            <a:ext cx="400050" cy="333375"/>
            <a:chOff x="2540" y="1303"/>
            <a:chExt cx="336" cy="280"/>
          </a:xfrm>
        </p:grpSpPr>
        <p:sp>
          <p:nvSpPr>
            <p:cNvPr id="25632" name="Rectangle 29"/>
            <p:cNvSpPr>
              <a:spLocks noChangeArrowheads="1"/>
            </p:cNvSpPr>
            <p:nvPr/>
          </p:nvSpPr>
          <p:spPr bwMode="auto">
            <a:xfrm>
              <a:off x="2540" y="1303"/>
              <a:ext cx="336" cy="28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5633" name="Line 30"/>
            <p:cNvSpPr>
              <a:spLocks noChangeShapeType="1"/>
            </p:cNvSpPr>
            <p:nvPr/>
          </p:nvSpPr>
          <p:spPr bwMode="auto">
            <a:xfrm>
              <a:off x="2600" y="146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4" name="Line 31"/>
            <p:cNvSpPr>
              <a:spLocks noChangeShapeType="1"/>
            </p:cNvSpPr>
            <p:nvPr/>
          </p:nvSpPr>
          <p:spPr bwMode="auto">
            <a:xfrm>
              <a:off x="2600" y="150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5" name="Line 32"/>
            <p:cNvSpPr>
              <a:spLocks noChangeShapeType="1"/>
            </p:cNvSpPr>
            <p:nvPr/>
          </p:nvSpPr>
          <p:spPr bwMode="auto">
            <a:xfrm>
              <a:off x="2600" y="154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6" name="Line 33"/>
            <p:cNvSpPr>
              <a:spLocks noChangeShapeType="1"/>
            </p:cNvSpPr>
            <p:nvPr/>
          </p:nvSpPr>
          <p:spPr bwMode="auto">
            <a:xfrm>
              <a:off x="2600" y="1391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7" name="Line 34"/>
            <p:cNvSpPr>
              <a:spLocks noChangeShapeType="1"/>
            </p:cNvSpPr>
            <p:nvPr/>
          </p:nvSpPr>
          <p:spPr bwMode="auto">
            <a:xfrm>
              <a:off x="2608" y="142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24" name="Line 35"/>
          <p:cNvSpPr>
            <a:spLocks noChangeShapeType="1"/>
          </p:cNvSpPr>
          <p:nvPr/>
        </p:nvSpPr>
        <p:spPr bwMode="auto">
          <a:xfrm>
            <a:off x="3692128" y="2605088"/>
            <a:ext cx="47982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5" name="Rectangle 36"/>
          <p:cNvSpPr>
            <a:spLocks noChangeArrowheads="1"/>
          </p:cNvSpPr>
          <p:nvPr/>
        </p:nvSpPr>
        <p:spPr bwMode="auto">
          <a:xfrm>
            <a:off x="2686050" y="4343401"/>
            <a:ext cx="966675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60C900"/>
                </a:solidFill>
                <a:latin typeface="Arial" panose="020B0604020202020204" pitchFamily="34" charset="0"/>
              </a:rPr>
              <a:t>Testing set</a:t>
            </a:r>
          </a:p>
        </p:txBody>
      </p:sp>
      <p:grpSp>
        <p:nvGrpSpPr>
          <p:cNvPr id="25626" name="Group 37"/>
          <p:cNvGrpSpPr>
            <a:grpSpLocks/>
          </p:cNvGrpSpPr>
          <p:nvPr/>
        </p:nvGrpSpPr>
        <p:grpSpPr bwMode="auto">
          <a:xfrm>
            <a:off x="2971800" y="4057650"/>
            <a:ext cx="400050" cy="200025"/>
            <a:chOff x="1812" y="2352"/>
            <a:chExt cx="336" cy="168"/>
          </a:xfrm>
        </p:grpSpPr>
        <p:sp>
          <p:nvSpPr>
            <p:cNvPr id="25628" name="Rectangle 38"/>
            <p:cNvSpPr>
              <a:spLocks noChangeArrowheads="1"/>
            </p:cNvSpPr>
            <p:nvPr/>
          </p:nvSpPr>
          <p:spPr bwMode="auto">
            <a:xfrm>
              <a:off x="1812" y="2352"/>
              <a:ext cx="336" cy="16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5629" name="Line 39"/>
            <p:cNvSpPr>
              <a:spLocks noChangeShapeType="1"/>
            </p:cNvSpPr>
            <p:nvPr/>
          </p:nvSpPr>
          <p:spPr bwMode="auto">
            <a:xfrm>
              <a:off x="1872" y="2416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0" name="Line 40"/>
            <p:cNvSpPr>
              <a:spLocks noChangeShapeType="1"/>
            </p:cNvSpPr>
            <p:nvPr/>
          </p:nvSpPr>
          <p:spPr bwMode="auto">
            <a:xfrm>
              <a:off x="1872" y="2448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1" name="Line 41"/>
            <p:cNvSpPr>
              <a:spLocks noChangeShapeType="1"/>
            </p:cNvSpPr>
            <p:nvPr/>
          </p:nvSpPr>
          <p:spPr bwMode="auto">
            <a:xfrm>
              <a:off x="1872" y="2480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27" name="Line 42"/>
          <p:cNvSpPr>
            <a:spLocks noChangeShapeType="1"/>
          </p:cNvSpPr>
          <p:nvPr/>
        </p:nvSpPr>
        <p:spPr bwMode="auto">
          <a:xfrm>
            <a:off x="3143250" y="3429000"/>
            <a:ext cx="0" cy="51435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978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2176" y="514351"/>
            <a:ext cx="8370277" cy="1090613"/>
          </a:xfrm>
        </p:spPr>
        <p:txBody>
          <a:bodyPr vert="horz" lIns="69056" tIns="34529" rIns="69056" bIns="34529" rtlCol="0" anchor="ctr">
            <a:normAutofit/>
          </a:bodyPr>
          <a:lstStyle/>
          <a:p>
            <a:pPr defTabSz="688181"/>
            <a:r>
              <a:rPr lang="en-US" altLang="en-US" sz="2700" dirty="0"/>
              <a:t>Model Evaluation Step 2: </a:t>
            </a:r>
            <a:br>
              <a:rPr lang="en-US" altLang="en-US" sz="2700" dirty="0"/>
            </a:br>
            <a:r>
              <a:rPr lang="en-US" altLang="en-US" sz="2700" dirty="0"/>
              <a:t>Build a model on a training set</a:t>
            </a:r>
          </a:p>
        </p:txBody>
      </p:sp>
      <p:grpSp>
        <p:nvGrpSpPr>
          <p:cNvPr id="27652" name="Group 3"/>
          <p:cNvGrpSpPr>
            <a:grpSpLocks/>
          </p:cNvGrpSpPr>
          <p:nvPr/>
        </p:nvGrpSpPr>
        <p:grpSpPr bwMode="auto">
          <a:xfrm>
            <a:off x="4572001" y="2408635"/>
            <a:ext cx="1042988" cy="620315"/>
            <a:chOff x="2880" y="1303"/>
            <a:chExt cx="876" cy="521"/>
          </a:xfrm>
        </p:grpSpPr>
        <p:sp>
          <p:nvSpPr>
            <p:cNvPr id="27697" name="Rectangle 4"/>
            <p:cNvSpPr>
              <a:spLocks noChangeArrowheads="1"/>
            </p:cNvSpPr>
            <p:nvPr/>
          </p:nvSpPr>
          <p:spPr bwMode="auto">
            <a:xfrm>
              <a:off x="2885" y="1303"/>
              <a:ext cx="87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>
                  <a:solidFill>
                    <a:srgbClr val="FF5008"/>
                  </a:solidFill>
                  <a:latin typeface="Arial" panose="020B0604020202020204" pitchFamily="34" charset="0"/>
                </a:rPr>
                <a:t>Training set</a:t>
              </a:r>
            </a:p>
          </p:txBody>
        </p:sp>
        <p:sp>
          <p:nvSpPr>
            <p:cNvPr id="27698" name="Rectangle 5"/>
            <p:cNvSpPr>
              <a:spLocks noChangeArrowheads="1"/>
            </p:cNvSpPr>
            <p:nvPr/>
          </p:nvSpPr>
          <p:spPr bwMode="auto">
            <a:xfrm>
              <a:off x="2880" y="1591"/>
              <a:ext cx="1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60C9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1396603" y="3999310"/>
            <a:ext cx="138113" cy="27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27654" name="Rectangle 7"/>
          <p:cNvSpPr>
            <a:spLocks noChangeArrowheads="1"/>
          </p:cNvSpPr>
          <p:nvPr/>
        </p:nvSpPr>
        <p:spPr bwMode="auto">
          <a:xfrm>
            <a:off x="2571750" y="1943101"/>
            <a:ext cx="1293623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000000"/>
                </a:solidFill>
                <a:latin typeface="Arial" panose="020B0604020202020204" pitchFamily="34" charset="0"/>
              </a:rPr>
              <a:t>Results Known</a:t>
            </a:r>
          </a:p>
        </p:txBody>
      </p:sp>
      <p:sp>
        <p:nvSpPr>
          <p:cNvPr id="27655" name="Rectangle 8"/>
          <p:cNvSpPr>
            <a:spLocks noChangeArrowheads="1"/>
          </p:cNvSpPr>
          <p:nvPr/>
        </p:nvSpPr>
        <p:spPr bwMode="auto">
          <a:xfrm>
            <a:off x="2738438" y="2412206"/>
            <a:ext cx="857250" cy="9429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27656" name="Line 9"/>
          <p:cNvSpPr>
            <a:spLocks noChangeShapeType="1"/>
          </p:cNvSpPr>
          <p:nvPr/>
        </p:nvSpPr>
        <p:spPr bwMode="auto">
          <a:xfrm>
            <a:off x="2733675" y="276463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Line 10"/>
          <p:cNvSpPr>
            <a:spLocks noChangeShapeType="1"/>
          </p:cNvSpPr>
          <p:nvPr/>
        </p:nvSpPr>
        <p:spPr bwMode="auto">
          <a:xfrm>
            <a:off x="2733675" y="2526506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Line 11"/>
          <p:cNvSpPr>
            <a:spLocks noChangeShapeType="1"/>
          </p:cNvSpPr>
          <p:nvPr/>
        </p:nvSpPr>
        <p:spPr bwMode="auto">
          <a:xfrm>
            <a:off x="2733675" y="265033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Line 12"/>
          <p:cNvSpPr>
            <a:spLocks noChangeShapeType="1"/>
          </p:cNvSpPr>
          <p:nvPr/>
        </p:nvSpPr>
        <p:spPr bwMode="auto">
          <a:xfrm>
            <a:off x="2733675" y="2888456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Line 13"/>
          <p:cNvSpPr>
            <a:spLocks noChangeShapeType="1"/>
          </p:cNvSpPr>
          <p:nvPr/>
        </p:nvSpPr>
        <p:spPr bwMode="auto">
          <a:xfrm>
            <a:off x="2733675" y="324088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Line 14"/>
          <p:cNvSpPr>
            <a:spLocks noChangeShapeType="1"/>
          </p:cNvSpPr>
          <p:nvPr/>
        </p:nvSpPr>
        <p:spPr bwMode="auto">
          <a:xfrm>
            <a:off x="2733675" y="312658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15"/>
          <p:cNvSpPr>
            <a:spLocks noChangeShapeType="1"/>
          </p:cNvSpPr>
          <p:nvPr/>
        </p:nvSpPr>
        <p:spPr bwMode="auto">
          <a:xfrm>
            <a:off x="2733675" y="3002756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Line 16"/>
          <p:cNvSpPr>
            <a:spLocks noChangeShapeType="1"/>
          </p:cNvSpPr>
          <p:nvPr/>
        </p:nvSpPr>
        <p:spPr bwMode="auto">
          <a:xfrm flipV="1">
            <a:off x="3462338" y="2407444"/>
            <a:ext cx="0" cy="9525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9" name="Rectangle 22"/>
          <p:cNvSpPr>
            <a:spLocks noChangeArrowheads="1"/>
          </p:cNvSpPr>
          <p:nvPr/>
        </p:nvSpPr>
        <p:spPr bwMode="auto">
          <a:xfrm>
            <a:off x="2721769" y="1699022"/>
            <a:ext cx="973022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000000"/>
                </a:solidFill>
                <a:latin typeface="Arial" panose="020B0604020202020204" pitchFamily="34" charset="0"/>
              </a:rPr>
              <a:t>THE PAST</a:t>
            </a:r>
          </a:p>
        </p:txBody>
      </p:sp>
      <p:grpSp>
        <p:nvGrpSpPr>
          <p:cNvPr id="27670" name="Group 23"/>
          <p:cNvGrpSpPr>
            <a:grpSpLocks/>
          </p:cNvGrpSpPr>
          <p:nvPr/>
        </p:nvGrpSpPr>
        <p:grpSpPr bwMode="auto">
          <a:xfrm>
            <a:off x="4167188" y="2408635"/>
            <a:ext cx="400050" cy="333375"/>
            <a:chOff x="2540" y="1303"/>
            <a:chExt cx="336" cy="280"/>
          </a:xfrm>
        </p:grpSpPr>
        <p:sp>
          <p:nvSpPr>
            <p:cNvPr id="27691" name="Rectangle 24"/>
            <p:cNvSpPr>
              <a:spLocks noChangeArrowheads="1"/>
            </p:cNvSpPr>
            <p:nvPr/>
          </p:nvSpPr>
          <p:spPr bwMode="auto">
            <a:xfrm>
              <a:off x="2540" y="1303"/>
              <a:ext cx="336" cy="28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7692" name="Line 25"/>
            <p:cNvSpPr>
              <a:spLocks noChangeShapeType="1"/>
            </p:cNvSpPr>
            <p:nvPr/>
          </p:nvSpPr>
          <p:spPr bwMode="auto">
            <a:xfrm>
              <a:off x="2600" y="146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3" name="Line 26"/>
            <p:cNvSpPr>
              <a:spLocks noChangeShapeType="1"/>
            </p:cNvSpPr>
            <p:nvPr/>
          </p:nvSpPr>
          <p:spPr bwMode="auto">
            <a:xfrm>
              <a:off x="2600" y="150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4" name="Line 27"/>
            <p:cNvSpPr>
              <a:spLocks noChangeShapeType="1"/>
            </p:cNvSpPr>
            <p:nvPr/>
          </p:nvSpPr>
          <p:spPr bwMode="auto">
            <a:xfrm>
              <a:off x="2600" y="154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5" name="Line 28"/>
            <p:cNvSpPr>
              <a:spLocks noChangeShapeType="1"/>
            </p:cNvSpPr>
            <p:nvPr/>
          </p:nvSpPr>
          <p:spPr bwMode="auto">
            <a:xfrm>
              <a:off x="2600" y="1391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6" name="Line 29"/>
            <p:cNvSpPr>
              <a:spLocks noChangeShapeType="1"/>
            </p:cNvSpPr>
            <p:nvPr/>
          </p:nvSpPr>
          <p:spPr bwMode="auto">
            <a:xfrm>
              <a:off x="2608" y="142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71" name="Group 30"/>
          <p:cNvGrpSpPr>
            <a:grpSpLocks/>
          </p:cNvGrpSpPr>
          <p:nvPr/>
        </p:nvGrpSpPr>
        <p:grpSpPr bwMode="auto">
          <a:xfrm>
            <a:off x="1529953" y="2363391"/>
            <a:ext cx="870347" cy="1009650"/>
            <a:chOff x="325" y="1265"/>
            <a:chExt cx="731" cy="848"/>
          </a:xfrm>
        </p:grpSpPr>
        <p:sp>
          <p:nvSpPr>
            <p:cNvPr id="27685" name="Oval 31"/>
            <p:cNvSpPr>
              <a:spLocks noChangeArrowheads="1"/>
            </p:cNvSpPr>
            <p:nvPr/>
          </p:nvSpPr>
          <p:spPr bwMode="auto">
            <a:xfrm>
              <a:off x="325" y="1833"/>
              <a:ext cx="727" cy="28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7686" name="Oval 32" descr="Dotted diamond"/>
            <p:cNvSpPr>
              <a:spLocks noChangeArrowheads="1"/>
            </p:cNvSpPr>
            <p:nvPr/>
          </p:nvSpPr>
          <p:spPr bwMode="auto">
            <a:xfrm>
              <a:off x="325" y="1265"/>
              <a:ext cx="727" cy="280"/>
            </a:xfrm>
            <a:prstGeom prst="ellipse">
              <a:avLst/>
            </a:prstGeom>
            <a:pattFill prst="dotDmnd">
              <a:fgClr>
                <a:srgbClr val="51DC00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7687" name="Oval 33"/>
            <p:cNvSpPr>
              <a:spLocks noChangeArrowheads="1"/>
            </p:cNvSpPr>
            <p:nvPr/>
          </p:nvSpPr>
          <p:spPr bwMode="auto">
            <a:xfrm>
              <a:off x="325" y="1805"/>
              <a:ext cx="731" cy="2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7688" name="Line 34"/>
            <p:cNvSpPr>
              <a:spLocks noChangeShapeType="1"/>
            </p:cNvSpPr>
            <p:nvPr/>
          </p:nvSpPr>
          <p:spPr bwMode="auto">
            <a:xfrm>
              <a:off x="1056" y="1405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9" name="Rectangle 35"/>
            <p:cNvSpPr>
              <a:spLocks noChangeArrowheads="1"/>
            </p:cNvSpPr>
            <p:nvPr/>
          </p:nvSpPr>
          <p:spPr bwMode="auto">
            <a:xfrm>
              <a:off x="454" y="1682"/>
              <a:ext cx="4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 b="1">
                  <a:solidFill>
                    <a:srgbClr val="000000"/>
                  </a:solidFill>
                  <a:latin typeface="Arial" panose="020B0604020202020204" pitchFamily="34" charset="0"/>
                </a:rPr>
                <a:t>Data</a:t>
              </a:r>
            </a:p>
          </p:txBody>
        </p:sp>
        <p:sp>
          <p:nvSpPr>
            <p:cNvPr id="27690" name="Line 36"/>
            <p:cNvSpPr>
              <a:spLocks noChangeShapeType="1"/>
            </p:cNvSpPr>
            <p:nvPr/>
          </p:nvSpPr>
          <p:spPr bwMode="auto">
            <a:xfrm>
              <a:off x="325" y="1413"/>
              <a:ext cx="0" cy="5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72" name="Line 37"/>
          <p:cNvSpPr>
            <a:spLocks noChangeShapeType="1"/>
          </p:cNvSpPr>
          <p:nvPr/>
        </p:nvSpPr>
        <p:spPr bwMode="auto">
          <a:xfrm flipV="1">
            <a:off x="2400301" y="2902745"/>
            <a:ext cx="330994" cy="11906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3" name="Line 38"/>
          <p:cNvSpPr>
            <a:spLocks noChangeShapeType="1"/>
          </p:cNvSpPr>
          <p:nvPr/>
        </p:nvSpPr>
        <p:spPr bwMode="auto">
          <a:xfrm>
            <a:off x="3692128" y="2605088"/>
            <a:ext cx="47982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4" name="Rectangle 39"/>
          <p:cNvSpPr>
            <a:spLocks noChangeArrowheads="1"/>
          </p:cNvSpPr>
          <p:nvPr/>
        </p:nvSpPr>
        <p:spPr bwMode="auto">
          <a:xfrm>
            <a:off x="3905251" y="3448051"/>
            <a:ext cx="1435894" cy="350044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27675" name="Rectangle 40"/>
          <p:cNvSpPr>
            <a:spLocks noChangeArrowheads="1"/>
          </p:cNvSpPr>
          <p:nvPr/>
        </p:nvSpPr>
        <p:spPr bwMode="auto">
          <a:xfrm>
            <a:off x="3988595" y="3429000"/>
            <a:ext cx="1360885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>
                <a:latin typeface="Arial" panose="020B0604020202020204" pitchFamily="34" charset="0"/>
              </a:rPr>
              <a:t>Model Builder</a:t>
            </a:r>
          </a:p>
        </p:txBody>
      </p:sp>
      <p:sp>
        <p:nvSpPr>
          <p:cNvPr id="27676" name="Line 41"/>
          <p:cNvSpPr>
            <a:spLocks noChangeShapeType="1"/>
          </p:cNvSpPr>
          <p:nvPr/>
        </p:nvSpPr>
        <p:spPr bwMode="auto">
          <a:xfrm flipH="1">
            <a:off x="4400550" y="27432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7" name="Rectangle 42"/>
          <p:cNvSpPr>
            <a:spLocks noChangeArrowheads="1"/>
          </p:cNvSpPr>
          <p:nvPr/>
        </p:nvSpPr>
        <p:spPr bwMode="auto">
          <a:xfrm>
            <a:off x="2686050" y="4343401"/>
            <a:ext cx="966675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60C900"/>
                </a:solidFill>
                <a:latin typeface="Arial" panose="020B0604020202020204" pitchFamily="34" charset="0"/>
              </a:rPr>
              <a:t>Testing set</a:t>
            </a:r>
          </a:p>
        </p:txBody>
      </p:sp>
      <p:grpSp>
        <p:nvGrpSpPr>
          <p:cNvPr id="27678" name="Group 49"/>
          <p:cNvGrpSpPr>
            <a:grpSpLocks/>
          </p:cNvGrpSpPr>
          <p:nvPr/>
        </p:nvGrpSpPr>
        <p:grpSpPr bwMode="auto">
          <a:xfrm>
            <a:off x="2971800" y="3429000"/>
            <a:ext cx="400050" cy="828675"/>
            <a:chOff x="1632" y="2256"/>
            <a:chExt cx="336" cy="696"/>
          </a:xfrm>
        </p:grpSpPr>
        <p:grpSp>
          <p:nvGrpSpPr>
            <p:cNvPr id="27679" name="Group 43"/>
            <p:cNvGrpSpPr>
              <a:grpSpLocks/>
            </p:cNvGrpSpPr>
            <p:nvPr/>
          </p:nvGrpSpPr>
          <p:grpSpPr bwMode="auto">
            <a:xfrm>
              <a:off x="1632" y="2784"/>
              <a:ext cx="336" cy="168"/>
              <a:chOff x="1812" y="2352"/>
              <a:chExt cx="336" cy="168"/>
            </a:xfrm>
          </p:grpSpPr>
          <p:sp>
            <p:nvSpPr>
              <p:cNvPr id="27681" name="Rectangle 44"/>
              <p:cNvSpPr>
                <a:spLocks noChangeArrowheads="1"/>
              </p:cNvSpPr>
              <p:nvPr/>
            </p:nvSpPr>
            <p:spPr bwMode="auto">
              <a:xfrm>
                <a:off x="1812" y="2352"/>
                <a:ext cx="336" cy="168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p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27682" name="Line 45"/>
              <p:cNvSpPr>
                <a:spLocks noChangeShapeType="1"/>
              </p:cNvSpPr>
              <p:nvPr/>
            </p:nvSpPr>
            <p:spPr bwMode="auto">
              <a:xfrm>
                <a:off x="1872" y="2416"/>
                <a:ext cx="22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3" name="Line 46"/>
              <p:cNvSpPr>
                <a:spLocks noChangeShapeType="1"/>
              </p:cNvSpPr>
              <p:nvPr/>
            </p:nvSpPr>
            <p:spPr bwMode="auto">
              <a:xfrm>
                <a:off x="1872" y="2448"/>
                <a:ext cx="22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4" name="Line 47"/>
              <p:cNvSpPr>
                <a:spLocks noChangeShapeType="1"/>
              </p:cNvSpPr>
              <p:nvPr/>
            </p:nvSpPr>
            <p:spPr bwMode="auto">
              <a:xfrm>
                <a:off x="1872" y="2480"/>
                <a:ext cx="22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80" name="Line 48"/>
            <p:cNvSpPr>
              <a:spLocks noChangeShapeType="1"/>
            </p:cNvSpPr>
            <p:nvPr/>
          </p:nvSpPr>
          <p:spPr bwMode="auto">
            <a:xfrm>
              <a:off x="1776" y="2256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3429000" y="2362201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3429000" y="2476501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3" name="Rectangle 15"/>
          <p:cNvSpPr>
            <a:spLocks noChangeArrowheads="1"/>
          </p:cNvSpPr>
          <p:nvPr/>
        </p:nvSpPr>
        <p:spPr bwMode="auto">
          <a:xfrm>
            <a:off x="3429000" y="2600326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3429000" y="2714626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5" name="Rectangle 17"/>
          <p:cNvSpPr>
            <a:spLocks noChangeArrowheads="1"/>
          </p:cNvSpPr>
          <p:nvPr/>
        </p:nvSpPr>
        <p:spPr bwMode="auto">
          <a:xfrm>
            <a:off x="3429000" y="2828926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691392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82322" y="291402"/>
            <a:ext cx="8269792" cy="1618361"/>
          </a:xfrm>
        </p:spPr>
        <p:txBody>
          <a:bodyPr vert="horz" lIns="69056" tIns="34529" rIns="69056" bIns="34529" rtlCol="0" anchor="ctr">
            <a:normAutofit/>
          </a:bodyPr>
          <a:lstStyle/>
          <a:p>
            <a:pPr defTabSz="688181"/>
            <a:r>
              <a:rPr lang="en-US" altLang="en-US" dirty="0"/>
              <a:t>Model Evaluation Step 3:</a:t>
            </a:r>
            <a:br>
              <a:rPr lang="en-US" altLang="en-US" dirty="0"/>
            </a:br>
            <a:r>
              <a:rPr lang="en-US" altLang="en-US" dirty="0"/>
              <a:t> Evaluate on test set</a:t>
            </a:r>
          </a:p>
        </p:txBody>
      </p:sp>
      <p:sp>
        <p:nvSpPr>
          <p:cNvPr id="29700" name="Line 3"/>
          <p:cNvSpPr>
            <a:spLocks noChangeShapeType="1"/>
          </p:cNvSpPr>
          <p:nvPr/>
        </p:nvSpPr>
        <p:spPr bwMode="auto">
          <a:xfrm flipV="1">
            <a:off x="3429000" y="4171950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701" name="Group 4"/>
          <p:cNvGrpSpPr>
            <a:grpSpLocks/>
          </p:cNvGrpSpPr>
          <p:nvPr/>
        </p:nvGrpSpPr>
        <p:grpSpPr bwMode="auto">
          <a:xfrm>
            <a:off x="1529953" y="2363391"/>
            <a:ext cx="870347" cy="1009650"/>
            <a:chOff x="325" y="1265"/>
            <a:chExt cx="731" cy="848"/>
          </a:xfrm>
        </p:grpSpPr>
        <p:sp>
          <p:nvSpPr>
            <p:cNvPr id="29758" name="Oval 5"/>
            <p:cNvSpPr>
              <a:spLocks noChangeArrowheads="1"/>
            </p:cNvSpPr>
            <p:nvPr/>
          </p:nvSpPr>
          <p:spPr bwMode="auto">
            <a:xfrm>
              <a:off x="325" y="1833"/>
              <a:ext cx="727" cy="28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59" name="Oval 6" descr="Dotted diamond"/>
            <p:cNvSpPr>
              <a:spLocks noChangeArrowheads="1"/>
            </p:cNvSpPr>
            <p:nvPr/>
          </p:nvSpPr>
          <p:spPr bwMode="auto">
            <a:xfrm>
              <a:off x="325" y="1265"/>
              <a:ext cx="727" cy="280"/>
            </a:xfrm>
            <a:prstGeom prst="ellipse">
              <a:avLst/>
            </a:prstGeom>
            <a:pattFill prst="dotDmnd">
              <a:fgClr>
                <a:srgbClr val="51DC00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60" name="Oval 7"/>
            <p:cNvSpPr>
              <a:spLocks noChangeArrowheads="1"/>
            </p:cNvSpPr>
            <p:nvPr/>
          </p:nvSpPr>
          <p:spPr bwMode="auto">
            <a:xfrm>
              <a:off x="325" y="1805"/>
              <a:ext cx="731" cy="2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61" name="Line 8"/>
            <p:cNvSpPr>
              <a:spLocks noChangeShapeType="1"/>
            </p:cNvSpPr>
            <p:nvPr/>
          </p:nvSpPr>
          <p:spPr bwMode="auto">
            <a:xfrm>
              <a:off x="1056" y="1405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62" name="Rectangle 9"/>
            <p:cNvSpPr>
              <a:spLocks noChangeArrowheads="1"/>
            </p:cNvSpPr>
            <p:nvPr/>
          </p:nvSpPr>
          <p:spPr bwMode="auto">
            <a:xfrm>
              <a:off x="454" y="1682"/>
              <a:ext cx="4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 b="1">
                  <a:solidFill>
                    <a:srgbClr val="000000"/>
                  </a:solidFill>
                  <a:latin typeface="Arial" panose="020B0604020202020204" pitchFamily="34" charset="0"/>
                </a:rPr>
                <a:t>Data</a:t>
              </a:r>
            </a:p>
          </p:txBody>
        </p:sp>
        <p:sp>
          <p:nvSpPr>
            <p:cNvPr id="29763" name="Line 10"/>
            <p:cNvSpPr>
              <a:spLocks noChangeShapeType="1"/>
            </p:cNvSpPr>
            <p:nvPr/>
          </p:nvSpPr>
          <p:spPr bwMode="auto">
            <a:xfrm>
              <a:off x="325" y="1413"/>
              <a:ext cx="0" cy="5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02" name="Line 11"/>
          <p:cNvSpPr>
            <a:spLocks noChangeShapeType="1"/>
          </p:cNvSpPr>
          <p:nvPr/>
        </p:nvSpPr>
        <p:spPr bwMode="auto">
          <a:xfrm>
            <a:off x="4743450" y="4229100"/>
            <a:ext cx="142994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Rectangle 12"/>
          <p:cNvSpPr>
            <a:spLocks noChangeArrowheads="1"/>
          </p:cNvSpPr>
          <p:nvPr/>
        </p:nvSpPr>
        <p:spPr bwMode="auto">
          <a:xfrm>
            <a:off x="6343650" y="3600451"/>
            <a:ext cx="995464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000000"/>
                </a:solidFill>
                <a:latin typeface="Arial" panose="020B0604020202020204" pitchFamily="34" charset="0"/>
              </a:rPr>
              <a:t>Predictions</a:t>
            </a:r>
          </a:p>
        </p:txBody>
      </p:sp>
      <p:grpSp>
        <p:nvGrpSpPr>
          <p:cNvPr id="29704" name="Group 13"/>
          <p:cNvGrpSpPr>
            <a:grpSpLocks/>
          </p:cNvGrpSpPr>
          <p:nvPr/>
        </p:nvGrpSpPr>
        <p:grpSpPr bwMode="auto">
          <a:xfrm>
            <a:off x="4000500" y="4057650"/>
            <a:ext cx="790575" cy="423863"/>
            <a:chOff x="2136" y="2818"/>
            <a:chExt cx="664" cy="356"/>
          </a:xfrm>
        </p:grpSpPr>
        <p:sp>
          <p:nvSpPr>
            <p:cNvPr id="29744" name="AutoShape 14"/>
            <p:cNvSpPr>
              <a:spLocks noChangeArrowheads="1"/>
            </p:cNvSpPr>
            <p:nvPr/>
          </p:nvSpPr>
          <p:spPr bwMode="auto">
            <a:xfrm flipV="1">
              <a:off x="2136" y="2818"/>
              <a:ext cx="664" cy="356"/>
            </a:xfrm>
            <a:custGeom>
              <a:avLst/>
              <a:gdLst>
                <a:gd name="T0" fmla="*/ 1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89 w 21600"/>
                <a:gd name="T13" fmla="*/ 4490 h 21600"/>
                <a:gd name="T14" fmla="*/ 17111 w 21600"/>
                <a:gd name="T15" fmla="*/ 171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45" name="Rectangle 15"/>
            <p:cNvSpPr>
              <a:spLocks noChangeArrowheads="1"/>
            </p:cNvSpPr>
            <p:nvPr/>
          </p:nvSpPr>
          <p:spPr bwMode="auto">
            <a:xfrm>
              <a:off x="2499" y="2916"/>
              <a:ext cx="80" cy="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46" name="Rectangle 16"/>
            <p:cNvSpPr>
              <a:spLocks noChangeArrowheads="1"/>
            </p:cNvSpPr>
            <p:nvPr/>
          </p:nvSpPr>
          <p:spPr bwMode="auto">
            <a:xfrm>
              <a:off x="2219" y="3103"/>
              <a:ext cx="80" cy="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47" name="Rectangle 17"/>
            <p:cNvSpPr>
              <a:spLocks noChangeArrowheads="1"/>
            </p:cNvSpPr>
            <p:nvPr/>
          </p:nvSpPr>
          <p:spPr bwMode="auto">
            <a:xfrm>
              <a:off x="2639" y="2998"/>
              <a:ext cx="79" cy="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48" name="Rectangle 18"/>
            <p:cNvSpPr>
              <a:spLocks noChangeArrowheads="1"/>
            </p:cNvSpPr>
            <p:nvPr/>
          </p:nvSpPr>
          <p:spPr bwMode="auto">
            <a:xfrm>
              <a:off x="2534" y="3103"/>
              <a:ext cx="80" cy="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49" name="Line 19"/>
            <p:cNvSpPr>
              <a:spLocks noChangeShapeType="1"/>
            </p:cNvSpPr>
            <p:nvPr/>
          </p:nvSpPr>
          <p:spPr bwMode="auto">
            <a:xfrm flipH="1">
              <a:off x="2426" y="2953"/>
              <a:ext cx="65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0" name="Line 20"/>
            <p:cNvSpPr>
              <a:spLocks noChangeShapeType="1"/>
            </p:cNvSpPr>
            <p:nvPr/>
          </p:nvSpPr>
          <p:spPr bwMode="auto">
            <a:xfrm>
              <a:off x="2583" y="2958"/>
              <a:ext cx="52" cy="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1" name="Line 21"/>
            <p:cNvSpPr>
              <a:spLocks noChangeShapeType="1"/>
            </p:cNvSpPr>
            <p:nvPr/>
          </p:nvSpPr>
          <p:spPr bwMode="auto">
            <a:xfrm flipH="1">
              <a:off x="2303" y="3031"/>
              <a:ext cx="76" cy="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2" name="Line 22"/>
            <p:cNvSpPr>
              <a:spLocks noChangeShapeType="1"/>
            </p:cNvSpPr>
            <p:nvPr/>
          </p:nvSpPr>
          <p:spPr bwMode="auto">
            <a:xfrm>
              <a:off x="2457" y="3039"/>
              <a:ext cx="91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3" name="Rectangle 23"/>
            <p:cNvSpPr>
              <a:spLocks noChangeArrowheads="1"/>
            </p:cNvSpPr>
            <p:nvPr/>
          </p:nvSpPr>
          <p:spPr bwMode="auto">
            <a:xfrm>
              <a:off x="2350" y="2864"/>
              <a:ext cx="182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29754" name="Rectangle 24"/>
            <p:cNvSpPr>
              <a:spLocks noChangeArrowheads="1"/>
            </p:cNvSpPr>
            <p:nvPr/>
          </p:nvSpPr>
          <p:spPr bwMode="auto">
            <a:xfrm>
              <a:off x="2559" y="2884"/>
              <a:ext cx="187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9755" name="Rectangle 25"/>
            <p:cNvSpPr>
              <a:spLocks noChangeArrowheads="1"/>
            </p:cNvSpPr>
            <p:nvPr/>
          </p:nvSpPr>
          <p:spPr bwMode="auto">
            <a:xfrm>
              <a:off x="2394" y="3103"/>
              <a:ext cx="80" cy="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56" name="Line 26"/>
            <p:cNvSpPr>
              <a:spLocks noChangeShapeType="1"/>
            </p:cNvSpPr>
            <p:nvPr/>
          </p:nvSpPr>
          <p:spPr bwMode="auto">
            <a:xfrm>
              <a:off x="2408" y="3052"/>
              <a:ext cx="18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7" name="AutoShape 27"/>
            <p:cNvSpPr>
              <a:spLocks noChangeArrowheads="1"/>
            </p:cNvSpPr>
            <p:nvPr/>
          </p:nvSpPr>
          <p:spPr bwMode="auto">
            <a:xfrm>
              <a:off x="2370" y="2991"/>
              <a:ext cx="85" cy="66"/>
            </a:xfrm>
            <a:prstGeom prst="diamond">
              <a:avLst/>
            </a:prstGeom>
            <a:solidFill>
              <a:srgbClr val="FF993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</p:grpSp>
      <p:sp>
        <p:nvSpPr>
          <p:cNvPr id="29705" name="Rectangle 28"/>
          <p:cNvSpPr>
            <a:spLocks noChangeArrowheads="1"/>
          </p:cNvSpPr>
          <p:nvPr/>
        </p:nvSpPr>
        <p:spPr bwMode="auto">
          <a:xfrm>
            <a:off x="2628900" y="2000251"/>
            <a:ext cx="1293623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000000"/>
                </a:solidFill>
                <a:latin typeface="Arial" panose="020B0604020202020204" pitchFamily="34" charset="0"/>
              </a:rPr>
              <a:t>Results Known</a:t>
            </a:r>
          </a:p>
        </p:txBody>
      </p:sp>
      <p:sp>
        <p:nvSpPr>
          <p:cNvPr id="29706" name="Rectangle 29"/>
          <p:cNvSpPr>
            <a:spLocks noChangeArrowheads="1"/>
          </p:cNvSpPr>
          <p:nvPr/>
        </p:nvSpPr>
        <p:spPr bwMode="auto">
          <a:xfrm>
            <a:off x="4577953" y="2400301"/>
            <a:ext cx="1037142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FF5008"/>
                </a:solidFill>
                <a:latin typeface="Arial" panose="020B0604020202020204" pitchFamily="34" charset="0"/>
              </a:rPr>
              <a:t>Training set</a:t>
            </a:r>
          </a:p>
        </p:txBody>
      </p:sp>
      <p:sp>
        <p:nvSpPr>
          <p:cNvPr id="29707" name="Rectangle 30"/>
          <p:cNvSpPr>
            <a:spLocks noChangeArrowheads="1"/>
          </p:cNvSpPr>
          <p:nvPr/>
        </p:nvSpPr>
        <p:spPr bwMode="auto">
          <a:xfrm>
            <a:off x="2571750" y="4343401"/>
            <a:ext cx="966675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60C900"/>
                </a:solidFill>
                <a:latin typeface="Arial" panose="020B0604020202020204" pitchFamily="34" charset="0"/>
              </a:rPr>
              <a:t>Testing set</a:t>
            </a:r>
          </a:p>
        </p:txBody>
      </p:sp>
      <p:sp>
        <p:nvSpPr>
          <p:cNvPr id="29708" name="Rectangle 31"/>
          <p:cNvSpPr>
            <a:spLocks noChangeArrowheads="1"/>
          </p:cNvSpPr>
          <p:nvPr/>
        </p:nvSpPr>
        <p:spPr bwMode="auto">
          <a:xfrm>
            <a:off x="2738438" y="2412206"/>
            <a:ext cx="857250" cy="9429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29709" name="Line 32"/>
          <p:cNvSpPr>
            <a:spLocks noChangeShapeType="1"/>
          </p:cNvSpPr>
          <p:nvPr/>
        </p:nvSpPr>
        <p:spPr bwMode="auto">
          <a:xfrm>
            <a:off x="2733675" y="276463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Line 33"/>
          <p:cNvSpPr>
            <a:spLocks noChangeShapeType="1"/>
          </p:cNvSpPr>
          <p:nvPr/>
        </p:nvSpPr>
        <p:spPr bwMode="auto">
          <a:xfrm>
            <a:off x="2733675" y="2526506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1" name="Line 34"/>
          <p:cNvSpPr>
            <a:spLocks noChangeShapeType="1"/>
          </p:cNvSpPr>
          <p:nvPr/>
        </p:nvSpPr>
        <p:spPr bwMode="auto">
          <a:xfrm>
            <a:off x="2733675" y="265033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2" name="Line 35"/>
          <p:cNvSpPr>
            <a:spLocks noChangeShapeType="1"/>
          </p:cNvSpPr>
          <p:nvPr/>
        </p:nvSpPr>
        <p:spPr bwMode="auto">
          <a:xfrm>
            <a:off x="2733675" y="2888456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Line 36"/>
          <p:cNvSpPr>
            <a:spLocks noChangeShapeType="1"/>
          </p:cNvSpPr>
          <p:nvPr/>
        </p:nvSpPr>
        <p:spPr bwMode="auto">
          <a:xfrm>
            <a:off x="2733675" y="324088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Line 37"/>
          <p:cNvSpPr>
            <a:spLocks noChangeShapeType="1"/>
          </p:cNvSpPr>
          <p:nvPr/>
        </p:nvSpPr>
        <p:spPr bwMode="auto">
          <a:xfrm>
            <a:off x="2733675" y="3126581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Line 38"/>
          <p:cNvSpPr>
            <a:spLocks noChangeShapeType="1"/>
          </p:cNvSpPr>
          <p:nvPr/>
        </p:nvSpPr>
        <p:spPr bwMode="auto">
          <a:xfrm>
            <a:off x="2733675" y="3002756"/>
            <a:ext cx="857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Line 39"/>
          <p:cNvSpPr>
            <a:spLocks noChangeShapeType="1"/>
          </p:cNvSpPr>
          <p:nvPr/>
        </p:nvSpPr>
        <p:spPr bwMode="auto">
          <a:xfrm flipV="1">
            <a:off x="3462338" y="2407444"/>
            <a:ext cx="0" cy="9525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722" name="Group 45"/>
          <p:cNvGrpSpPr>
            <a:grpSpLocks/>
          </p:cNvGrpSpPr>
          <p:nvPr/>
        </p:nvGrpSpPr>
        <p:grpSpPr bwMode="auto">
          <a:xfrm>
            <a:off x="2971800" y="4057650"/>
            <a:ext cx="400050" cy="200025"/>
            <a:chOff x="1812" y="2352"/>
            <a:chExt cx="336" cy="168"/>
          </a:xfrm>
        </p:grpSpPr>
        <p:sp>
          <p:nvSpPr>
            <p:cNvPr id="29740" name="Rectangle 46"/>
            <p:cNvSpPr>
              <a:spLocks noChangeArrowheads="1"/>
            </p:cNvSpPr>
            <p:nvPr/>
          </p:nvSpPr>
          <p:spPr bwMode="auto">
            <a:xfrm>
              <a:off x="1812" y="2352"/>
              <a:ext cx="336" cy="16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41" name="Line 47"/>
            <p:cNvSpPr>
              <a:spLocks noChangeShapeType="1"/>
            </p:cNvSpPr>
            <p:nvPr/>
          </p:nvSpPr>
          <p:spPr bwMode="auto">
            <a:xfrm>
              <a:off x="1872" y="2416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42" name="Line 48"/>
            <p:cNvSpPr>
              <a:spLocks noChangeShapeType="1"/>
            </p:cNvSpPr>
            <p:nvPr/>
          </p:nvSpPr>
          <p:spPr bwMode="auto">
            <a:xfrm>
              <a:off x="1872" y="2448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43" name="Line 49"/>
            <p:cNvSpPr>
              <a:spLocks noChangeShapeType="1"/>
            </p:cNvSpPr>
            <p:nvPr/>
          </p:nvSpPr>
          <p:spPr bwMode="auto">
            <a:xfrm>
              <a:off x="1872" y="2480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723" name="Group 50"/>
          <p:cNvGrpSpPr>
            <a:grpSpLocks/>
          </p:cNvGrpSpPr>
          <p:nvPr/>
        </p:nvGrpSpPr>
        <p:grpSpPr bwMode="auto">
          <a:xfrm>
            <a:off x="4167188" y="2408635"/>
            <a:ext cx="400050" cy="333375"/>
            <a:chOff x="2540" y="1303"/>
            <a:chExt cx="336" cy="280"/>
          </a:xfrm>
        </p:grpSpPr>
        <p:sp>
          <p:nvSpPr>
            <p:cNvPr id="29734" name="Rectangle 51"/>
            <p:cNvSpPr>
              <a:spLocks noChangeArrowheads="1"/>
            </p:cNvSpPr>
            <p:nvPr/>
          </p:nvSpPr>
          <p:spPr bwMode="auto">
            <a:xfrm>
              <a:off x="2540" y="1303"/>
              <a:ext cx="336" cy="28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9735" name="Line 52"/>
            <p:cNvSpPr>
              <a:spLocks noChangeShapeType="1"/>
            </p:cNvSpPr>
            <p:nvPr/>
          </p:nvSpPr>
          <p:spPr bwMode="auto">
            <a:xfrm>
              <a:off x="2600" y="146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6" name="Line 53"/>
            <p:cNvSpPr>
              <a:spLocks noChangeShapeType="1"/>
            </p:cNvSpPr>
            <p:nvPr/>
          </p:nvSpPr>
          <p:spPr bwMode="auto">
            <a:xfrm>
              <a:off x="2600" y="150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7" name="Line 54"/>
            <p:cNvSpPr>
              <a:spLocks noChangeShapeType="1"/>
            </p:cNvSpPr>
            <p:nvPr/>
          </p:nvSpPr>
          <p:spPr bwMode="auto">
            <a:xfrm>
              <a:off x="2600" y="154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8" name="Line 55"/>
            <p:cNvSpPr>
              <a:spLocks noChangeShapeType="1"/>
            </p:cNvSpPr>
            <p:nvPr/>
          </p:nvSpPr>
          <p:spPr bwMode="auto">
            <a:xfrm>
              <a:off x="2600" y="1391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9" name="Line 56"/>
            <p:cNvSpPr>
              <a:spLocks noChangeShapeType="1"/>
            </p:cNvSpPr>
            <p:nvPr/>
          </p:nvSpPr>
          <p:spPr bwMode="auto">
            <a:xfrm>
              <a:off x="2608" y="1423"/>
              <a:ext cx="2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24" name="Line 57"/>
          <p:cNvSpPr>
            <a:spLocks noChangeShapeType="1"/>
          </p:cNvSpPr>
          <p:nvPr/>
        </p:nvSpPr>
        <p:spPr bwMode="auto">
          <a:xfrm>
            <a:off x="3692128" y="2605088"/>
            <a:ext cx="47982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Rectangle 58"/>
          <p:cNvSpPr>
            <a:spLocks noChangeArrowheads="1"/>
          </p:cNvSpPr>
          <p:nvPr/>
        </p:nvSpPr>
        <p:spPr bwMode="auto">
          <a:xfrm>
            <a:off x="3829051" y="3200401"/>
            <a:ext cx="1435894" cy="350044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29726" name="Rectangle 59"/>
          <p:cNvSpPr>
            <a:spLocks noChangeArrowheads="1"/>
          </p:cNvSpPr>
          <p:nvPr/>
        </p:nvSpPr>
        <p:spPr bwMode="auto">
          <a:xfrm>
            <a:off x="3988595" y="3200400"/>
            <a:ext cx="1360885" cy="30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>
                <a:latin typeface="Arial" panose="020B0604020202020204" pitchFamily="34" charset="0"/>
              </a:rPr>
              <a:t>Model Builder</a:t>
            </a:r>
          </a:p>
        </p:txBody>
      </p:sp>
      <p:sp>
        <p:nvSpPr>
          <p:cNvPr id="29727" name="Line 60"/>
          <p:cNvSpPr>
            <a:spLocks noChangeShapeType="1"/>
          </p:cNvSpPr>
          <p:nvPr/>
        </p:nvSpPr>
        <p:spPr bwMode="auto">
          <a:xfrm flipH="1">
            <a:off x="4400550" y="28575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8" name="Line 61"/>
          <p:cNvSpPr>
            <a:spLocks noChangeShapeType="1"/>
          </p:cNvSpPr>
          <p:nvPr/>
        </p:nvSpPr>
        <p:spPr bwMode="auto">
          <a:xfrm>
            <a:off x="4400550" y="360045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9" name="Line 62"/>
          <p:cNvSpPr>
            <a:spLocks noChangeShapeType="1"/>
          </p:cNvSpPr>
          <p:nvPr/>
        </p:nvSpPr>
        <p:spPr bwMode="auto">
          <a:xfrm flipV="1">
            <a:off x="2400301" y="2902745"/>
            <a:ext cx="330994" cy="11906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0" name="Rectangle 63"/>
          <p:cNvSpPr>
            <a:spLocks noChangeArrowheads="1"/>
          </p:cNvSpPr>
          <p:nvPr/>
        </p:nvSpPr>
        <p:spPr bwMode="auto">
          <a:xfrm>
            <a:off x="5543550" y="3429001"/>
            <a:ext cx="812722" cy="2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srgbClr val="000000"/>
                </a:solidFill>
                <a:latin typeface="Arial" panose="020B0604020202020204" pitchFamily="34" charset="0"/>
              </a:rPr>
              <a:t>Evaluate</a:t>
            </a:r>
          </a:p>
        </p:txBody>
      </p:sp>
      <p:sp>
        <p:nvSpPr>
          <p:cNvPr id="29731" name="Line 64"/>
          <p:cNvSpPr>
            <a:spLocks noChangeShapeType="1"/>
          </p:cNvSpPr>
          <p:nvPr/>
        </p:nvSpPr>
        <p:spPr bwMode="auto">
          <a:xfrm>
            <a:off x="3143250" y="3429000"/>
            <a:ext cx="0" cy="51435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2" name="Rectangle 65"/>
          <p:cNvSpPr>
            <a:spLocks noChangeArrowheads="1"/>
          </p:cNvSpPr>
          <p:nvPr/>
        </p:nvSpPr>
        <p:spPr bwMode="auto">
          <a:xfrm>
            <a:off x="6115050" y="3829050"/>
            <a:ext cx="171450" cy="857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 dirty="0">
                <a:latin typeface="Arial" panose="020B0604020202020204" pitchFamily="34" charset="0"/>
              </a:rPr>
              <a:t>3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 dirty="0">
                <a:latin typeface="Arial" panose="020B0604020202020204" pitchFamily="34" charset="0"/>
              </a:rPr>
              <a:t>4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 dirty="0">
                <a:latin typeface="Arial" panose="020B0604020202020204" pitchFamily="34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 dirty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9733" name="Line 66"/>
          <p:cNvSpPr>
            <a:spLocks noChangeShapeType="1"/>
          </p:cNvSpPr>
          <p:nvPr/>
        </p:nvSpPr>
        <p:spPr bwMode="auto">
          <a:xfrm flipH="1" flipV="1">
            <a:off x="5372100" y="360045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Rectangle 13"/>
          <p:cNvSpPr>
            <a:spLocks noChangeArrowheads="1"/>
          </p:cNvSpPr>
          <p:nvPr/>
        </p:nvSpPr>
        <p:spPr bwMode="auto">
          <a:xfrm>
            <a:off x="3429000" y="2362201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3429000" y="2476501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0" name="Rectangle 15"/>
          <p:cNvSpPr>
            <a:spLocks noChangeArrowheads="1"/>
          </p:cNvSpPr>
          <p:nvPr/>
        </p:nvSpPr>
        <p:spPr bwMode="auto">
          <a:xfrm>
            <a:off x="3429000" y="2600326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1" name="Rectangle 16"/>
          <p:cNvSpPr>
            <a:spLocks noChangeArrowheads="1"/>
          </p:cNvSpPr>
          <p:nvPr/>
        </p:nvSpPr>
        <p:spPr bwMode="auto">
          <a:xfrm>
            <a:off x="3429000" y="2714626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2" name="Rectangle 17"/>
          <p:cNvSpPr>
            <a:spLocks noChangeArrowheads="1"/>
          </p:cNvSpPr>
          <p:nvPr/>
        </p:nvSpPr>
        <p:spPr bwMode="auto">
          <a:xfrm>
            <a:off x="3429000" y="2828926"/>
            <a:ext cx="214802" cy="23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1999105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note on parameter tuning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It is important that the test data is not used </a:t>
            </a:r>
            <a:r>
              <a:rPr lang="en-US" altLang="en-US" i="1" dirty="0"/>
              <a:t>in any way</a:t>
            </a:r>
            <a:r>
              <a:rPr lang="en-US" altLang="en-US" dirty="0"/>
              <a:t> to build the model</a:t>
            </a:r>
          </a:p>
          <a:p>
            <a:r>
              <a:rPr lang="en-US" altLang="en-US" dirty="0"/>
              <a:t>Some learning schemes operate in two stages:</a:t>
            </a:r>
          </a:p>
          <a:p>
            <a:pPr lvl="1"/>
            <a:r>
              <a:rPr lang="en-US" altLang="en-US" dirty="0"/>
              <a:t>Stage 1: builds the basic structure</a:t>
            </a:r>
          </a:p>
          <a:p>
            <a:pPr lvl="1"/>
            <a:r>
              <a:rPr lang="en-US" altLang="en-US" dirty="0"/>
              <a:t>Stage 2: optimizes parameter settings</a:t>
            </a:r>
          </a:p>
          <a:p>
            <a:r>
              <a:rPr lang="en-US" altLang="en-US" dirty="0"/>
              <a:t>The test data can’t be used for parameter tuning!</a:t>
            </a:r>
          </a:p>
          <a:p>
            <a:r>
              <a:rPr lang="en-US" altLang="en-US" dirty="0"/>
              <a:t>Proper procedure uses three sets: </a:t>
            </a:r>
            <a:r>
              <a:rPr lang="en-US" altLang="en-US" b="1" dirty="0"/>
              <a:t>training data, </a:t>
            </a:r>
            <a:r>
              <a:rPr lang="en-US" altLang="en-US" b="1" dirty="0">
                <a:solidFill>
                  <a:srgbClr val="FF0000"/>
                </a:solidFill>
              </a:rPr>
              <a:t>validation data</a:t>
            </a:r>
            <a:r>
              <a:rPr lang="en-US" altLang="en-US" b="1" dirty="0"/>
              <a:t>, and test data</a:t>
            </a:r>
          </a:p>
          <a:p>
            <a:pPr lvl="1"/>
            <a:r>
              <a:rPr lang="en-US" altLang="en-US" dirty="0"/>
              <a:t>Validation data is used to optimize parameters</a:t>
            </a:r>
          </a:p>
          <a:p>
            <a:pPr marL="342900" lvl="1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064616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Evaluation on “small” data, 1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</a:t>
            </a:r>
            <a:r>
              <a:rPr lang="en-US" altLang="en-US" i="1"/>
              <a:t>holdout</a:t>
            </a:r>
            <a:r>
              <a:rPr lang="en-US" altLang="en-US"/>
              <a:t> method reserves a certain amount for testing and uses the remainder for training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Usually: one third for testing, the rest for training</a:t>
            </a:r>
          </a:p>
          <a:p>
            <a:pPr>
              <a:lnSpc>
                <a:spcPct val="90000"/>
              </a:lnSpc>
            </a:pPr>
            <a:r>
              <a:rPr lang="en-US" altLang="en-US"/>
              <a:t>For “unbalanced” datasets, samples might not be representative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Few or none instances of some classes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Stratified sample: advanced version of balancing  the data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Make sure that each class is represented with approximately equal proportions in both subsets</a:t>
            </a:r>
          </a:p>
        </p:txBody>
      </p:sp>
    </p:spTree>
    <p:extLst>
      <p:ext uri="{BB962C8B-B14F-4D97-AF65-F5344CB8AC3E}">
        <p14:creationId xmlns:p14="http://schemas.microsoft.com/office/powerpoint/2010/main" val="3429258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Evaluation on “small” data, 2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What if we have a small data set?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chosen 2/3 for training may not be representative.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chosen 1/3 for testing may not be representative. </a:t>
            </a:r>
          </a:p>
        </p:txBody>
      </p:sp>
    </p:spTree>
    <p:extLst>
      <p:ext uri="{BB962C8B-B14F-4D97-AF65-F5344CB8AC3E}">
        <p14:creationId xmlns:p14="http://schemas.microsoft.com/office/powerpoint/2010/main" val="369689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Cross-validation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i="1" dirty="0"/>
              <a:t>Cross-validation more useful in small datasets</a:t>
            </a:r>
            <a:endParaRPr lang="en-US" altLang="en-US" dirty="0"/>
          </a:p>
          <a:p>
            <a:pPr lvl="1"/>
            <a:r>
              <a:rPr lang="en-US" altLang="en-US" dirty="0"/>
              <a:t>First step: data is split into </a:t>
            </a:r>
            <a:r>
              <a:rPr lang="en-US" altLang="en-US" i="1" dirty="0"/>
              <a:t>k</a:t>
            </a:r>
            <a:r>
              <a:rPr lang="en-US" altLang="en-US" dirty="0"/>
              <a:t> subsets of equal size</a:t>
            </a:r>
          </a:p>
          <a:p>
            <a:pPr lvl="1"/>
            <a:r>
              <a:rPr lang="en-US" altLang="en-US" dirty="0"/>
              <a:t>Second step: each subset in turn is used for testing and the remainder for training</a:t>
            </a:r>
          </a:p>
          <a:p>
            <a:r>
              <a:rPr lang="en-US" altLang="en-US" dirty="0"/>
              <a:t>This is called </a:t>
            </a:r>
            <a:r>
              <a:rPr lang="en-US" altLang="en-US" i="1" dirty="0"/>
              <a:t>k-fold cross-validation</a:t>
            </a:r>
            <a:endParaRPr lang="en-US" altLang="en-US" dirty="0"/>
          </a:p>
          <a:p>
            <a:r>
              <a:rPr lang="en-US" altLang="en-US" dirty="0"/>
              <a:t>For classification, often the subsets are stratified before the cross-validation is performed</a:t>
            </a:r>
          </a:p>
          <a:p>
            <a:r>
              <a:rPr lang="en-US" altLang="en-US" dirty="0"/>
              <a:t>The error estimates are averaged to yield an overall error estimate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294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7510463" y="5655469"/>
            <a:ext cx="3429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fld id="{A70800C4-3659-4DD6-B291-9FD0043D7EB2}" type="slidenum">
              <a:rPr lang="zh-TW" altLang="en-US" sz="900">
                <a:solidFill>
                  <a:schemeClr val="bg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14</a:t>
            </a:fld>
            <a:r>
              <a:rPr lang="en-US" altLang="zh-TW" sz="900">
                <a:solidFill>
                  <a:schemeClr val="bg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5795963" y="5657850"/>
            <a:ext cx="7429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Arial" panose="020B0604020202020204" pitchFamily="34" charset="0"/>
            </a:endParaRPr>
          </a:p>
        </p:txBody>
      </p:sp>
      <p:pic>
        <p:nvPicPr>
          <p:cNvPr id="37893" name="Picture 4" descr="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020" y="2355058"/>
            <a:ext cx="2270522" cy="2565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347663" y="760155"/>
            <a:ext cx="58197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000" dirty="0">
                <a:solidFill>
                  <a:srgbClr val="CC3300"/>
                </a:solidFill>
                <a:latin typeface="Tahoma" panose="020B060403050404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Cross-validation example:</a:t>
            </a:r>
          </a:p>
        </p:txBody>
      </p:sp>
      <p:sp>
        <p:nvSpPr>
          <p:cNvPr id="37895" name="Rectangle 6"/>
          <p:cNvSpPr>
            <a:spLocks noChangeArrowheads="1"/>
          </p:cNvSpPr>
          <p:nvPr/>
        </p:nvSpPr>
        <p:spPr bwMode="auto">
          <a:xfrm>
            <a:off x="1314450" y="2055019"/>
            <a:ext cx="5654279" cy="3192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E2007F"/>
              </a:buClr>
              <a:buSzTx/>
              <a:buFontTx/>
              <a:buChar char="—"/>
            </a:pPr>
            <a:r>
              <a:rPr lang="en-US" altLang="zh-TW" sz="1425" dirty="0">
                <a:solidFill>
                  <a:srgbClr val="FF0000"/>
                </a:solidFill>
                <a:latin typeface="Tahoma" panose="020B060403050404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Break up data into groups of the same size</a:t>
            </a:r>
          </a:p>
          <a:p>
            <a:pPr marL="0" indent="0">
              <a:lnSpc>
                <a:spcPct val="70000"/>
              </a:lnSpc>
              <a:spcBef>
                <a:spcPct val="50000"/>
              </a:spcBef>
              <a:buClr>
                <a:srgbClr val="E2007F"/>
              </a:buClr>
              <a:buSzTx/>
              <a:buNone/>
            </a:pPr>
            <a:r>
              <a:rPr lang="en-US" altLang="zh-TW" sz="1425" dirty="0">
                <a:solidFill>
                  <a:srgbClr val="FF0000"/>
                </a:solidFill>
                <a:latin typeface="Tahoma" panose="020B060403050404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ct val="50000"/>
              </a:spcBef>
              <a:buClr>
                <a:srgbClr val="E2007F"/>
              </a:buClr>
              <a:buSzTx/>
              <a:buNone/>
            </a:pPr>
            <a:r>
              <a:rPr lang="en-US" altLang="zh-TW" sz="1425" dirty="0">
                <a:solidFill>
                  <a:srgbClr val="FF0000"/>
                </a:solidFill>
                <a:latin typeface="Tahoma" panose="020B060403050404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E2007F"/>
              </a:buClr>
              <a:buSzTx/>
              <a:buFontTx/>
              <a:buChar char="—"/>
            </a:pPr>
            <a:endParaRPr lang="en-US" altLang="zh-TW" sz="1425" dirty="0">
              <a:solidFill>
                <a:srgbClr val="FF0000"/>
              </a:solidFill>
              <a:latin typeface="Tahoma" panose="020B060403050404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E2007F"/>
              </a:buClr>
              <a:buSzTx/>
              <a:buFontTx/>
              <a:buChar char="—"/>
            </a:pPr>
            <a:r>
              <a:rPr lang="en-US" altLang="zh-TW" sz="1425" dirty="0">
                <a:solidFill>
                  <a:srgbClr val="FF0000"/>
                </a:solidFill>
                <a:latin typeface="Tahoma" panose="020B060403050404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Hold aside one group for testing and use the rest to build model</a:t>
            </a:r>
            <a:br>
              <a:rPr lang="en-US" altLang="zh-TW" sz="1425" dirty="0">
                <a:solidFill>
                  <a:srgbClr val="FF0000"/>
                </a:solidFill>
                <a:latin typeface="Tahoma" panose="020B0604030504040204" pitchFamily="34" charset="0"/>
                <a:ea typeface="PMingLiU" panose="02020500000000000000" pitchFamily="18" charset="-120"/>
                <a:cs typeface="Arial" panose="020B0604020202020204" pitchFamily="34" charset="0"/>
              </a:rPr>
            </a:br>
            <a:endParaRPr lang="en-US" altLang="zh-TW" sz="1425" dirty="0">
              <a:solidFill>
                <a:srgbClr val="FF0000"/>
              </a:solidFill>
              <a:latin typeface="Tahoma" panose="020B060403050404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Clr>
                <a:srgbClr val="E2007F"/>
              </a:buClr>
              <a:buSzTx/>
              <a:buNone/>
            </a:pPr>
            <a:r>
              <a:rPr lang="en-US" altLang="zh-TW" sz="1425" dirty="0">
                <a:solidFill>
                  <a:srgbClr val="FF0000"/>
                </a:solidFill>
                <a:latin typeface="Tahoma" panose="020B060403050404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E2007F"/>
              </a:buClr>
              <a:buSzTx/>
              <a:buFontTx/>
              <a:buChar char="—"/>
            </a:pPr>
            <a:r>
              <a:rPr lang="en-US" altLang="zh-TW" sz="1425" dirty="0">
                <a:solidFill>
                  <a:srgbClr val="FF0000"/>
                </a:solidFill>
                <a:latin typeface="Tahoma" panose="020B060403050404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Repeat</a:t>
            </a:r>
            <a:endParaRPr lang="en-US" altLang="zh-TW" sz="2100" dirty="0">
              <a:solidFill>
                <a:srgbClr val="FF0000"/>
              </a:solidFill>
              <a:latin typeface="Tahoma" panose="020B060403050404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>
            <a:off x="3200400" y="4171950"/>
            <a:ext cx="22288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897" name="Line 8"/>
          <p:cNvSpPr>
            <a:spLocks noChangeShapeType="1"/>
          </p:cNvSpPr>
          <p:nvPr/>
        </p:nvSpPr>
        <p:spPr bwMode="auto">
          <a:xfrm flipV="1">
            <a:off x="2457450" y="3886200"/>
            <a:ext cx="571500" cy="2857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898" name="Text Box 9"/>
          <p:cNvSpPr txBox="1">
            <a:spLocks noChangeArrowheads="1"/>
          </p:cNvSpPr>
          <p:nvPr/>
        </p:nvSpPr>
        <p:spPr bwMode="auto">
          <a:xfrm>
            <a:off x="2000251" y="3771900"/>
            <a:ext cx="49398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350">
                <a:latin typeface="Tahoma" panose="020B0604030504040204" pitchFamily="34" charset="0"/>
                <a:ea typeface="PMingLiU" panose="02020500000000000000" pitchFamily="18" charset="-120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4047453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PMingLiU" panose="02020500000000000000" pitchFamily="18" charset="-120"/>
                <a:cs typeface="Arial" panose="020B0604020202020204" pitchFamily="34" charset="0"/>
              </a:rPr>
              <a:t>More on cross-validation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Standard method for evaluation: stratified ten-fold cross-validation</a:t>
            </a:r>
          </a:p>
          <a:p>
            <a:r>
              <a:rPr lang="en-US" altLang="en-US"/>
              <a:t>Why ten? Extensive experiments have shown that this is the best choice to get an accurate estimate</a:t>
            </a:r>
          </a:p>
          <a:p>
            <a:r>
              <a:rPr lang="en-US" altLang="en-US"/>
              <a:t>Stratification reduces the estimate’s variance</a:t>
            </a:r>
          </a:p>
          <a:p>
            <a:r>
              <a:rPr lang="en-US" altLang="en-US"/>
              <a:t>Even better: repeated stratified cross-validation</a:t>
            </a:r>
          </a:p>
          <a:p>
            <a:pPr lvl="1"/>
            <a:r>
              <a:rPr lang="en-US" altLang="en-US"/>
              <a:t>E.g. ten-fold cross-validation is repeated ten times and results are averaged (reduces the variance)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432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354" y="3930425"/>
            <a:ext cx="4417646" cy="2571100"/>
          </a:xfrm>
          <a:prstGeom prst="rect">
            <a:avLst/>
          </a:prstGeom>
        </p:spPr>
      </p:pic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bootstrap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7538" y="1520489"/>
            <a:ext cx="7676563" cy="3086100"/>
          </a:xfrm>
        </p:spPr>
        <p:txBody>
          <a:bodyPr>
            <a:noAutofit/>
          </a:bodyPr>
          <a:lstStyle/>
          <a:p>
            <a:pPr marL="257175" indent="-257175"/>
            <a:r>
              <a:rPr lang="en-US" altLang="en-US" sz="2800" dirty="0"/>
              <a:t>CV uses sampling </a:t>
            </a:r>
            <a:r>
              <a:rPr lang="en-US" altLang="en-US" sz="2800" i="1" dirty="0"/>
              <a:t>without replacement</a:t>
            </a:r>
          </a:p>
          <a:p>
            <a:pPr marL="557213" lvl="1" indent="-214313"/>
            <a:r>
              <a:rPr lang="en-US" altLang="en-US" sz="2000" dirty="0"/>
              <a:t>The same instance, once selected, can not be selected again for a particular training/test set</a:t>
            </a:r>
          </a:p>
          <a:p>
            <a:pPr marL="257175" indent="-257175"/>
            <a:r>
              <a:rPr lang="en-US" altLang="en-US" sz="2800" dirty="0"/>
              <a:t>The </a:t>
            </a:r>
            <a:r>
              <a:rPr lang="en-US" altLang="en-US" sz="2800" i="1" dirty="0"/>
              <a:t>bootstrap</a:t>
            </a:r>
            <a:r>
              <a:rPr lang="en-US" altLang="en-US" sz="2800" dirty="0"/>
              <a:t> uses sampling </a:t>
            </a:r>
            <a:r>
              <a:rPr lang="en-US" altLang="en-US" sz="2800" i="1" dirty="0"/>
              <a:t>with replacement</a:t>
            </a:r>
            <a:r>
              <a:rPr lang="en-US" altLang="en-US" sz="2800" dirty="0"/>
              <a:t> to form the training set</a:t>
            </a:r>
          </a:p>
          <a:p>
            <a:pPr marL="557213" lvl="1" indent="-214313"/>
            <a:r>
              <a:rPr lang="en-US" altLang="en-US" sz="2000" dirty="0"/>
              <a:t>Sample a dataset of </a:t>
            </a:r>
            <a:r>
              <a:rPr lang="en-US" altLang="en-US" sz="2000" i="1" dirty="0"/>
              <a:t>n </a:t>
            </a:r>
            <a:r>
              <a:rPr lang="en-US" altLang="en-US" sz="2000" dirty="0"/>
              <a:t>instances </a:t>
            </a:r>
            <a:r>
              <a:rPr lang="en-US" altLang="en-US" sz="2000" i="1" dirty="0"/>
              <a:t>n</a:t>
            </a:r>
            <a:r>
              <a:rPr lang="en-US" altLang="en-US" sz="2000" dirty="0"/>
              <a:t> times </a:t>
            </a:r>
            <a:r>
              <a:rPr lang="en-US" altLang="en-US" sz="2000" i="1" dirty="0"/>
              <a:t>with replacement</a:t>
            </a:r>
            <a:r>
              <a:rPr lang="en-US" altLang="en-US" sz="2000" dirty="0"/>
              <a:t> to form a new dataset</a:t>
            </a:r>
            <a:br>
              <a:rPr lang="en-US" altLang="en-US" sz="2000" dirty="0"/>
            </a:br>
            <a:r>
              <a:rPr lang="en-US" altLang="en-US" sz="2000" dirty="0"/>
              <a:t>of </a:t>
            </a:r>
            <a:r>
              <a:rPr lang="en-US" altLang="en-US" sz="2000" i="1" dirty="0"/>
              <a:t>n</a:t>
            </a:r>
            <a:r>
              <a:rPr lang="en-US" altLang="en-US" sz="2000" dirty="0"/>
              <a:t> </a:t>
            </a:r>
            <a:r>
              <a:rPr lang="en-US" altLang="en-US" sz="2400" dirty="0"/>
              <a:t>instances</a:t>
            </a:r>
            <a:endParaRPr lang="en-US" altLang="en-US" sz="2000" dirty="0"/>
          </a:p>
          <a:p>
            <a:pPr marL="557213" lvl="1" indent="-214313"/>
            <a:r>
              <a:rPr lang="en-US" altLang="en-US" sz="2000" dirty="0"/>
              <a:t>Use this data as the training set</a:t>
            </a:r>
          </a:p>
          <a:p>
            <a:pPr marL="557213" lvl="1" indent="-214313"/>
            <a:r>
              <a:rPr lang="en-US" altLang="en-US" sz="2000" dirty="0"/>
              <a:t>Use the instances from the original</a:t>
            </a:r>
            <a:br>
              <a:rPr lang="en-US" altLang="en-US" sz="2000" dirty="0"/>
            </a:br>
            <a:r>
              <a:rPr lang="en-US" altLang="en-US" sz="2000" dirty="0"/>
              <a:t>dataset that don’t occur in the new</a:t>
            </a:r>
            <a:br>
              <a:rPr lang="en-US" altLang="en-US" sz="2000" dirty="0"/>
            </a:br>
            <a:r>
              <a:rPr lang="en-US" altLang="en-US" sz="2000" dirty="0"/>
              <a:t>training set for testing</a:t>
            </a:r>
          </a:p>
        </p:txBody>
      </p:sp>
    </p:spTree>
    <p:extLst>
      <p:ext uri="{BB962C8B-B14F-4D97-AF65-F5344CB8AC3E}">
        <p14:creationId xmlns:p14="http://schemas.microsoft.com/office/powerpoint/2010/main" val="483611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bootstrap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7538" y="1520488"/>
            <a:ext cx="7676563" cy="3776725"/>
          </a:xfrm>
        </p:spPr>
        <p:txBody>
          <a:bodyPr>
            <a:noAutofit/>
          </a:bodyPr>
          <a:lstStyle/>
          <a:p>
            <a:pPr marL="257175" indent="-257175"/>
            <a:r>
              <a:rPr lang="en-US" dirty="0"/>
              <a:t>The bootstrap approach allows us to use a computer to mimic the process of obtaining new data sets, so that we can estimate the variability of our estimate without generating additional samples. </a:t>
            </a:r>
          </a:p>
          <a:p>
            <a:pPr marL="257175" indent="-257175"/>
            <a:r>
              <a:rPr lang="en-US" dirty="0"/>
              <a:t>Rather than repeatedly obtaining independent data sets from the population, we instead obtain distinct data sets by repeatedly sampling observations from the original data set with replacement. </a:t>
            </a:r>
          </a:p>
          <a:p>
            <a:pPr marL="257175" indent="-257175"/>
            <a:r>
              <a:rPr lang="en-US" dirty="0"/>
              <a:t>Each of these “bootstrap data sets” is created by sampling with replacement, and is the same size as our original dataset. As a result some observations may appear more than once in a given bootstrap data set and some not at all.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4485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9"/>
          <p:cNvSpPr>
            <a:spLocks noGrp="1" noChangeArrowheads="1"/>
          </p:cNvSpPr>
          <p:nvPr>
            <p:ph type="title"/>
          </p:nvPr>
        </p:nvSpPr>
        <p:spPr>
          <a:xfrm>
            <a:off x="451368" y="647700"/>
            <a:ext cx="7886700" cy="72548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dirty="0">
                <a:ea typeface="PMingLiU" panose="02020500000000000000" pitchFamily="18" charset="-120"/>
              </a:rPr>
              <a:t>Confusion Matrix</a:t>
            </a:r>
          </a:p>
        </p:txBody>
      </p:sp>
      <p:graphicFrame>
        <p:nvGraphicFramePr>
          <p:cNvPr id="1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60545"/>
              </p:ext>
            </p:extLst>
          </p:nvPr>
        </p:nvGraphicFramePr>
        <p:xfrm>
          <a:off x="2422525" y="5081652"/>
          <a:ext cx="4343400" cy="1639824"/>
        </p:xfrm>
        <a:graphic>
          <a:graphicData uri="http://schemas.openxmlformats.org/drawingml/2006/table">
            <a:tbl>
              <a:tblPr/>
              <a:tblGrid>
                <a:gridCol w="175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Actual: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Positive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Actual: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Negative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Predicted: 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Positive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tp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fp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Predicted: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Negative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666750" y="1504950"/>
            <a:ext cx="7854950" cy="44069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400" dirty="0"/>
              <a:t>A confusion matrix is a table that is often used to </a:t>
            </a:r>
            <a:r>
              <a:rPr lang="en-US" sz="2400" b="1" dirty="0"/>
              <a:t>describe the performance of a classification model</a:t>
            </a:r>
            <a:r>
              <a:rPr lang="en-US" sz="2400" dirty="0"/>
              <a:t> (or "classifier") on a set of test data</a:t>
            </a:r>
            <a:endParaRPr lang="en-US" altLang="zh-TW" sz="2400" dirty="0">
              <a:ea typeface="PMingLiU" panose="02020500000000000000" pitchFamily="18" charset="-120"/>
            </a:endParaRPr>
          </a:p>
          <a:p>
            <a:r>
              <a:rPr lang="en-US" sz="2400" dirty="0"/>
              <a:t>true positives (TP): These are cases in which we predicted positive (they have the disease), and they do have the disease.</a:t>
            </a:r>
          </a:p>
          <a:p>
            <a:r>
              <a:rPr lang="en-US" sz="2400" dirty="0"/>
              <a:t>true negatives (TN): We predicted negative, and they don't have the disease.</a:t>
            </a:r>
          </a:p>
          <a:p>
            <a:r>
              <a:rPr lang="en-US" sz="2400" dirty="0"/>
              <a:t>false positives (FP): We predicted positive, but they don't actually have the disease. (Also known as a "Type I error.")</a:t>
            </a:r>
          </a:p>
          <a:p>
            <a:r>
              <a:rPr lang="en-US" sz="2400" dirty="0"/>
              <a:t>false negatives (FN): We predicted negative, but they actually do have the disease. (Also known as a "Type II error.")</a:t>
            </a:r>
          </a:p>
          <a:p>
            <a:pPr marL="0" indent="0" fontAlgn="auto">
              <a:spcAft>
                <a:spcPts val="0"/>
              </a:spcAft>
              <a:buNone/>
            </a:pPr>
            <a:br>
              <a:rPr lang="en-US" altLang="zh-TW" sz="2400" dirty="0">
                <a:ea typeface="PMingLiU" panose="02020500000000000000" pitchFamily="18" charset="-120"/>
              </a:rPr>
            </a:br>
            <a:br>
              <a:rPr lang="en-US" altLang="zh-TW" sz="2400" dirty="0">
                <a:ea typeface="PMingLiU" panose="02020500000000000000" pitchFamily="18" charset="-120"/>
              </a:rPr>
            </a:br>
            <a:endParaRPr lang="en-US" altLang="zh-TW" sz="2400" dirty="0">
              <a:ea typeface="PMingLiU" panose="02020500000000000000" pitchFamily="18" charset="-120"/>
            </a:endParaRPr>
          </a:p>
          <a:p>
            <a:pPr lvl="1" fontAlgn="auto">
              <a:spcAft>
                <a:spcPts val="0"/>
              </a:spcAft>
            </a:pPr>
            <a:endParaRPr lang="en-US" altLang="zh-TW" sz="2400" dirty="0"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681997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5796D0-FDA9-A930-2532-F52ABB502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801566"/>
              </p:ext>
            </p:extLst>
          </p:nvPr>
        </p:nvGraphicFramePr>
        <p:xfrm>
          <a:off x="450849" y="857761"/>
          <a:ext cx="8501238" cy="3601349"/>
        </p:xfrm>
        <a:graphic>
          <a:graphicData uri="http://schemas.openxmlformats.org/drawingml/2006/table">
            <a:tbl>
              <a:tblPr/>
              <a:tblGrid>
                <a:gridCol w="2833746">
                  <a:extLst>
                    <a:ext uri="{9D8B030D-6E8A-4147-A177-3AD203B41FA5}">
                      <a16:colId xmlns:a16="http://schemas.microsoft.com/office/drawing/2014/main" val="3910026784"/>
                    </a:ext>
                  </a:extLst>
                </a:gridCol>
                <a:gridCol w="2833746">
                  <a:extLst>
                    <a:ext uri="{9D8B030D-6E8A-4147-A177-3AD203B41FA5}">
                      <a16:colId xmlns:a16="http://schemas.microsoft.com/office/drawing/2014/main" val="24598502"/>
                    </a:ext>
                  </a:extLst>
                </a:gridCol>
                <a:gridCol w="2833746">
                  <a:extLst>
                    <a:ext uri="{9D8B030D-6E8A-4147-A177-3AD203B41FA5}">
                      <a16:colId xmlns:a16="http://schemas.microsoft.com/office/drawing/2014/main" val="1903590625"/>
                    </a:ext>
                  </a:extLst>
                </a:gridCol>
              </a:tblGrid>
              <a:tr h="514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Formula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Question Answered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445428"/>
                  </a:ext>
                </a:extLst>
              </a:tr>
              <a:tr h="1749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( {TP}/{TP+FP}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Of all predicted positives, how many were correct?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017455"/>
                  </a:ext>
                </a:extLst>
              </a:tr>
              <a:tr h="1337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( {TP}/{TP+FN}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Of all actual positives, how many were found?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5862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4539C1-1347-5E92-3344-E02D010D4843}"/>
              </a:ext>
            </a:extLst>
          </p:cNvPr>
          <p:cNvSpPr txBox="1"/>
          <p:nvPr/>
        </p:nvSpPr>
        <p:spPr>
          <a:xfrm>
            <a:off x="1981200" y="4768124"/>
            <a:ext cx="482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High Precision</a:t>
            </a:r>
            <a:r>
              <a:rPr lang="en-IN" dirty="0"/>
              <a:t> → Few false alarms. </a:t>
            </a:r>
          </a:p>
          <a:p>
            <a:r>
              <a:rPr lang="en-IN" b="1" dirty="0"/>
              <a:t>High Recall</a:t>
            </a:r>
            <a:r>
              <a:rPr lang="en-IN" dirty="0"/>
              <a:t> → Few missed positive cases.</a:t>
            </a:r>
          </a:p>
        </p:txBody>
      </p:sp>
    </p:spTree>
    <p:extLst>
      <p:ext uri="{BB962C8B-B14F-4D97-AF65-F5344CB8AC3E}">
        <p14:creationId xmlns:p14="http://schemas.microsoft.com/office/powerpoint/2010/main" val="1732429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46578"/>
            <a:ext cx="7886700" cy="4630385"/>
          </a:xfrm>
        </p:spPr>
        <p:txBody>
          <a:bodyPr>
            <a:normAutofit/>
          </a:bodyPr>
          <a:lstStyle/>
          <a:p>
            <a:r>
              <a:rPr dirty="0"/>
              <a:t>Measures overall correctness of predictions.</a:t>
            </a:r>
          </a:p>
          <a:p>
            <a:pPr marL="0" indent="0">
              <a:buNone/>
            </a:pPr>
            <a:r>
              <a:rPr b="1" dirty="0"/>
              <a:t>Formula:</a:t>
            </a:r>
          </a:p>
          <a:p>
            <a:r>
              <a:rPr dirty="0"/>
              <a:t>Accuracy = (TP + TN)/(TP + TN + FP + FN)</a:t>
            </a:r>
          </a:p>
          <a:p>
            <a:r>
              <a:rPr dirty="0"/>
              <a:t>Focus: Overall model performance.</a:t>
            </a:r>
          </a:p>
          <a:p>
            <a:r>
              <a:rPr dirty="0"/>
              <a:t>Limitation: Can be misleading for imbalanced datasets.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7556"/>
            <a:ext cx="7886700" cy="4709407"/>
          </a:xfrm>
        </p:spPr>
        <p:txBody>
          <a:bodyPr>
            <a:normAutofit/>
          </a:bodyPr>
          <a:lstStyle/>
          <a:p>
            <a:r>
              <a:rPr dirty="0"/>
              <a:t>Measures correctness of positive predictions.</a:t>
            </a:r>
          </a:p>
          <a:p>
            <a:pPr marL="0" indent="0">
              <a:buNone/>
            </a:pPr>
            <a:r>
              <a:rPr dirty="0"/>
              <a:t>Formula:</a:t>
            </a:r>
          </a:p>
          <a:p>
            <a:r>
              <a:rPr dirty="0"/>
              <a:t>Precision = TP/(TP + FP)</a:t>
            </a:r>
          </a:p>
          <a:p>
            <a:r>
              <a:rPr dirty="0"/>
              <a:t>Question: Of all predicted positives, how many are truly positive?</a:t>
            </a:r>
          </a:p>
          <a:p>
            <a:r>
              <a:rPr dirty="0"/>
              <a:t>Useful when false positives are costly.</a:t>
            </a:r>
            <a:endParaRPr lang="en-IN" dirty="0"/>
          </a:p>
          <a:p>
            <a:r>
              <a:rPr lang="en-IN" i="1" dirty="0"/>
              <a:t>If many genuine emails are marked as spam, users may miss important messages. Therefore, </a:t>
            </a:r>
            <a:r>
              <a:rPr lang="en-IN" b="1" i="1" dirty="0"/>
              <a:t>high Precision</a:t>
            </a:r>
            <a:r>
              <a:rPr lang="en-IN" i="1" dirty="0"/>
              <a:t> is important because we want emails classified as spam to truly be spam.</a:t>
            </a:r>
          </a:p>
          <a:p>
            <a:r>
              <a:rPr lang="en-IN" i="1" dirty="0"/>
              <a:t>An authorized employee tries to enter, but the system predicts "Intruder."</a:t>
            </a:r>
            <a:endParaRPr i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 (Sensitivity)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Measures ability to find actual positives.</a:t>
            </a:r>
          </a:p>
          <a:p>
            <a:pPr marL="0" indent="0">
              <a:buNone/>
            </a:pPr>
            <a:r>
              <a:rPr dirty="0"/>
              <a:t>Formula:</a:t>
            </a:r>
          </a:p>
          <a:p>
            <a:r>
              <a:rPr dirty="0"/>
              <a:t>Recall = TP/(TP + FN)</a:t>
            </a:r>
          </a:p>
          <a:p>
            <a:r>
              <a:rPr dirty="0"/>
              <a:t>Question: Of all actual positives, how many were identified?</a:t>
            </a:r>
          </a:p>
          <a:p>
            <a:r>
              <a:rPr dirty="0"/>
              <a:t>Useful when false negatives are costly.</a:t>
            </a:r>
            <a:endParaRPr lang="en-IN" dirty="0"/>
          </a:p>
          <a:p>
            <a:r>
              <a:rPr lang="en-IN" i="1" dirty="0"/>
              <a:t>A patient actually has cancer, but the model predicts that the patient is healthy.</a:t>
            </a:r>
            <a:endParaRPr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Measures ability to identify actual negatives.</a:t>
            </a:r>
          </a:p>
          <a:p>
            <a:pPr marL="0" indent="0">
              <a:buNone/>
            </a:pPr>
            <a:r>
              <a:rPr dirty="0"/>
              <a:t>Formula:</a:t>
            </a:r>
          </a:p>
          <a:p>
            <a:r>
              <a:rPr dirty="0"/>
              <a:t>Specificity = TN/(TN + FP)</a:t>
            </a:r>
          </a:p>
          <a:p>
            <a:r>
              <a:rPr dirty="0"/>
              <a:t>Question: Of all actual negatives, how many were identified correctly?</a:t>
            </a:r>
            <a:endParaRPr lang="en-IN" dirty="0"/>
          </a:p>
          <a:p>
            <a:r>
              <a:rPr lang="en-IN" dirty="0"/>
              <a:t>High specificity means very few healthy people are incorrectly diagnosed as sick.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3A31-02C9-FA7F-6566-1B5A47BB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6A1F7-066A-B176-9E69-D3DE3F71B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Recall finds the sick people. Specificity correctly clears the healthy people.</a:t>
            </a:r>
          </a:p>
          <a:p>
            <a:r>
              <a:rPr lang="en-IN" dirty="0"/>
              <a:t>Recall for positive class</a:t>
            </a:r>
          </a:p>
          <a:p>
            <a:r>
              <a:rPr lang="en-IN" dirty="0"/>
              <a:t>Specificity for negative class</a:t>
            </a:r>
          </a:p>
        </p:txBody>
      </p:sp>
    </p:spTree>
    <p:extLst>
      <p:ext uri="{BB962C8B-B14F-4D97-AF65-F5344CB8AC3E}">
        <p14:creationId xmlns:p14="http://schemas.microsoft.com/office/powerpoint/2010/main" val="2340012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F1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Balances Precision and Recall.</a:t>
            </a:r>
          </a:p>
          <a:p>
            <a:pPr marL="0" indent="0">
              <a:buNone/>
            </a:pPr>
            <a:r>
              <a:rPr dirty="0"/>
              <a:t>Formula:</a:t>
            </a:r>
          </a:p>
          <a:p>
            <a:r>
              <a:rPr dirty="0"/>
              <a:t>F1 = 2 × (Precision × Recall)/(Precision + Recall)</a:t>
            </a:r>
          </a:p>
          <a:p>
            <a:r>
              <a:rPr dirty="0"/>
              <a:t>Useful for </a:t>
            </a:r>
            <a:r>
              <a:rPr dirty="0">
                <a:solidFill>
                  <a:srgbClr val="FF0000"/>
                </a:solidFill>
              </a:rPr>
              <a:t>imbalanced datasets</a:t>
            </a:r>
            <a:r>
              <a:rPr dirty="0"/>
              <a:t>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Example : Spam Email Detection</a:t>
            </a:r>
          </a:p>
          <a:p>
            <a:r>
              <a:rPr lang="en-IN" dirty="0"/>
              <a:t>Low Precision → Genuine emails go to spam. </a:t>
            </a:r>
          </a:p>
          <a:p>
            <a:r>
              <a:rPr lang="en-IN" dirty="0"/>
              <a:t>Low Recall → Spam emails reach the inbox. </a:t>
            </a:r>
          </a:p>
          <a:p>
            <a:r>
              <a:rPr lang="en-IN" dirty="0"/>
              <a:t>A balance is required, so F1 Score is useful.</a:t>
            </a:r>
          </a:p>
          <a:p>
            <a:pPr marL="0" indent="0">
              <a:buNone/>
            </a:pPr>
            <a:r>
              <a:rPr lang="en-IN" b="1" dirty="0"/>
              <a:t>In network security:</a:t>
            </a:r>
          </a:p>
          <a:p>
            <a:r>
              <a:rPr lang="en-IN" dirty="0"/>
              <a:t>False Positive → Normal users are flagged as attackers. </a:t>
            </a:r>
          </a:p>
          <a:p>
            <a:r>
              <a:rPr lang="en-IN" dirty="0"/>
              <a:t>False Negative → Actual attackers are missed.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Overall correctness</a:t>
            </a:r>
          </a:p>
          <a:p>
            <a:r>
              <a:t>Precision: Quality of positive predictions</a:t>
            </a:r>
          </a:p>
          <a:p>
            <a:r>
              <a:t>Recall: Ability to find positives</a:t>
            </a:r>
          </a:p>
          <a:p>
            <a:r>
              <a:t>F1 Score: Balance of Precision and Recall</a:t>
            </a:r>
          </a:p>
          <a:p>
            <a:r>
              <a:t>Specificity: Ability to identify negatives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31B410-67BB-55EE-20A4-38727157FC11}"/>
              </a:ext>
            </a:extLst>
          </p:cNvPr>
          <p:cNvSpPr txBox="1"/>
          <p:nvPr/>
        </p:nvSpPr>
        <p:spPr>
          <a:xfrm>
            <a:off x="491065" y="408085"/>
            <a:ext cx="83368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from </a:t>
            </a:r>
            <a:r>
              <a:rPr lang="en-IN" sz="2800" dirty="0" err="1"/>
              <a:t>sklearn.metrics</a:t>
            </a:r>
            <a:r>
              <a:rPr lang="en-IN" sz="2800" dirty="0"/>
              <a:t> import </a:t>
            </a:r>
            <a:r>
              <a:rPr lang="en-IN" sz="2800" dirty="0" err="1"/>
              <a:t>accuracy_score</a:t>
            </a:r>
            <a:endParaRPr lang="en-IN" sz="2800" dirty="0"/>
          </a:p>
          <a:p>
            <a:r>
              <a:rPr lang="en-IN" sz="2800" dirty="0"/>
              <a:t>from </a:t>
            </a:r>
            <a:r>
              <a:rPr lang="en-IN" sz="2800" dirty="0" err="1"/>
              <a:t>sklearn.metrics</a:t>
            </a:r>
            <a:r>
              <a:rPr lang="en-IN" sz="2800" dirty="0"/>
              <a:t> import </a:t>
            </a:r>
            <a:r>
              <a:rPr lang="en-IN" sz="2800" dirty="0" err="1"/>
              <a:t>precision_score</a:t>
            </a:r>
            <a:endParaRPr lang="en-IN" sz="2800" dirty="0"/>
          </a:p>
          <a:p>
            <a:r>
              <a:rPr lang="en-IN" sz="2800" dirty="0"/>
              <a:t>from </a:t>
            </a:r>
            <a:r>
              <a:rPr lang="en-IN" sz="2800" dirty="0" err="1"/>
              <a:t>sklearn.metrics</a:t>
            </a:r>
            <a:r>
              <a:rPr lang="en-IN" sz="2800" dirty="0"/>
              <a:t> import </a:t>
            </a:r>
            <a:r>
              <a:rPr lang="en-IN" sz="2800" dirty="0" err="1"/>
              <a:t>recall_score</a:t>
            </a:r>
            <a:endParaRPr lang="en-IN" sz="2800" dirty="0"/>
          </a:p>
          <a:p>
            <a:r>
              <a:rPr lang="en-IN" sz="2800" dirty="0"/>
              <a:t>from </a:t>
            </a:r>
            <a:r>
              <a:rPr lang="en-IN" sz="2800" dirty="0" err="1"/>
              <a:t>sklearn.metrics</a:t>
            </a:r>
            <a:r>
              <a:rPr lang="en-IN" sz="2800" dirty="0"/>
              <a:t> import f1_score</a:t>
            </a:r>
          </a:p>
          <a:p>
            <a:endParaRPr lang="en-IN" sz="2800" dirty="0"/>
          </a:p>
          <a:p>
            <a:r>
              <a:rPr lang="en-IN" sz="2800" dirty="0"/>
              <a:t>print("Accuracy:", </a:t>
            </a:r>
            <a:r>
              <a:rPr lang="en-IN" sz="2800" dirty="0" err="1"/>
              <a:t>accuracy_score</a:t>
            </a:r>
            <a:r>
              <a:rPr lang="en-IN" sz="2800" dirty="0"/>
              <a:t>(</a:t>
            </a:r>
            <a:r>
              <a:rPr lang="en-IN" sz="2800" dirty="0" err="1"/>
              <a:t>y_true</a:t>
            </a:r>
            <a:r>
              <a:rPr lang="en-IN" sz="2800" dirty="0"/>
              <a:t>, </a:t>
            </a:r>
            <a:r>
              <a:rPr lang="en-IN" sz="2800" dirty="0" err="1"/>
              <a:t>y_pred</a:t>
            </a:r>
            <a:r>
              <a:rPr lang="en-IN" sz="2800" dirty="0"/>
              <a:t>))</a:t>
            </a:r>
          </a:p>
          <a:p>
            <a:r>
              <a:rPr lang="en-IN" sz="2800" dirty="0"/>
              <a:t>print("Precision:", </a:t>
            </a:r>
            <a:r>
              <a:rPr lang="en-IN" sz="2800" dirty="0" err="1"/>
              <a:t>precision_score</a:t>
            </a:r>
            <a:r>
              <a:rPr lang="en-IN" sz="2800" dirty="0"/>
              <a:t>(</a:t>
            </a:r>
            <a:r>
              <a:rPr lang="en-IN" sz="2800" dirty="0" err="1"/>
              <a:t>y_true</a:t>
            </a:r>
            <a:r>
              <a:rPr lang="en-IN" sz="2800" dirty="0"/>
              <a:t>, </a:t>
            </a:r>
            <a:r>
              <a:rPr lang="en-IN" sz="2800" dirty="0" err="1"/>
              <a:t>y_pred</a:t>
            </a:r>
            <a:r>
              <a:rPr lang="en-IN" sz="2800" dirty="0"/>
              <a:t>))</a:t>
            </a:r>
          </a:p>
          <a:p>
            <a:r>
              <a:rPr lang="en-IN" sz="2800" dirty="0"/>
              <a:t>print("Recall:", </a:t>
            </a:r>
            <a:r>
              <a:rPr lang="en-IN" sz="2800" dirty="0" err="1"/>
              <a:t>recall_score</a:t>
            </a:r>
            <a:r>
              <a:rPr lang="en-IN" sz="2800" dirty="0"/>
              <a:t>(</a:t>
            </a:r>
            <a:r>
              <a:rPr lang="en-IN" sz="2800" dirty="0" err="1"/>
              <a:t>y_true</a:t>
            </a:r>
            <a:r>
              <a:rPr lang="en-IN" sz="2800" dirty="0"/>
              <a:t>, </a:t>
            </a:r>
            <a:r>
              <a:rPr lang="en-IN" sz="2800" dirty="0" err="1"/>
              <a:t>y_pred</a:t>
            </a:r>
            <a:r>
              <a:rPr lang="en-IN" sz="2800" dirty="0"/>
              <a:t>))</a:t>
            </a:r>
          </a:p>
          <a:p>
            <a:r>
              <a:rPr lang="en-IN" sz="2800" dirty="0"/>
              <a:t>print("F1 Score:", f1_score(</a:t>
            </a:r>
            <a:r>
              <a:rPr lang="en-IN" sz="2800" dirty="0" err="1"/>
              <a:t>y_true</a:t>
            </a:r>
            <a:r>
              <a:rPr lang="en-IN" sz="2800" dirty="0"/>
              <a:t>, </a:t>
            </a:r>
            <a:r>
              <a:rPr lang="en-IN" sz="2800" dirty="0" err="1"/>
              <a:t>y_pred</a:t>
            </a:r>
            <a:r>
              <a:rPr lang="en-IN" sz="2800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682923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63C600CA-ACD5-48B5-9BFE-E5C3FB19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D3298C-0ABB-43D8-943B-5F40F67A8E5B}" type="slidenum">
              <a:rPr lang="zh-CN" altLang="en-US">
                <a:latin typeface="Arial" panose="020B0604020202020204" pitchFamily="34" charset="0"/>
              </a:rPr>
              <a:pPr/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3795" name="Title 1">
            <a:extLst>
              <a:ext uri="{FF2B5EF4-FFF2-40B4-BE49-F238E27FC236}">
                <a16:creationId xmlns:a16="http://schemas.microsoft.com/office/drawing/2014/main" id="{6EE0F5B3-C305-4DB4-AA22-45AD152AB188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Recall-Precision Graph</a:t>
            </a:r>
          </a:p>
        </p:txBody>
      </p:sp>
      <p:sp>
        <p:nvSpPr>
          <p:cNvPr id="33796" name="Content Placeholder 2">
            <a:extLst>
              <a:ext uri="{FF2B5EF4-FFF2-40B4-BE49-F238E27FC236}">
                <a16:creationId xmlns:a16="http://schemas.microsoft.com/office/drawing/2014/main" id="{6A1A7D20-A067-41A2-8CA2-E4862EEA70C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1752600"/>
            <a:ext cx="8229600" cy="4953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Recall-Precision Graph is created using the standard Recall values from the Recall Level and Precision Averages.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these graphs slope downward from left to right, enforcing the notion that as more relevant documents are retrieved (recall increases), the more nonrelevant documents are retrieved (precision decreases).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graph is the most commonly used method for comparing systems. The plots of different runs can be superimposed on the same graph to determine which run is superior.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Curves closest to the upper right-hand corner of the graph (where recall and precision are maximized) indicate the best performance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319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657A6CBE-467B-4655-B5EC-E5A6E933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F3A2547-ECB5-4EFA-A13E-CC69B5C21798}" type="slidenum">
              <a:rPr lang="zh-CN" altLang="en-US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2771" name="Title 1">
            <a:extLst>
              <a:ext uri="{FF2B5EF4-FFF2-40B4-BE49-F238E27FC236}">
                <a16:creationId xmlns:a16="http://schemas.microsoft.com/office/drawing/2014/main" id="{C1BA1520-FDA2-4DFB-B680-10229D060936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zh-CN">
                <a:ea typeface="SimSun" panose="02010600030101010101" pitchFamily="2" charset="-122"/>
              </a:rPr>
              <a:t>Recall-Precision Graph</a:t>
            </a:r>
          </a:p>
        </p:txBody>
      </p:sp>
      <p:pic>
        <p:nvPicPr>
          <p:cNvPr id="32772" name="Picture 2" descr="C:\Users\croft\Desktop\chap8-4.tif">
            <a:extLst>
              <a:ext uri="{FF2B5EF4-FFF2-40B4-BE49-F238E27FC236}">
                <a16:creationId xmlns:a16="http://schemas.microsoft.com/office/drawing/2014/main" id="{CF8F9FBE-9A92-4F8E-BCBA-C12CAEBE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138363"/>
            <a:ext cx="4038600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2" descr="C:\Users\croft\Desktop\chap8-3.tif">
            <a:extLst>
              <a:ext uri="{FF2B5EF4-FFF2-40B4-BE49-F238E27FC236}">
                <a16:creationId xmlns:a16="http://schemas.microsoft.com/office/drawing/2014/main" id="{61A8948F-E98A-44CA-A1CC-647926191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14600"/>
            <a:ext cx="3733800" cy="287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6534" name="Text Box 6">
            <a:extLst>
              <a:ext uri="{FF2B5EF4-FFF2-40B4-BE49-F238E27FC236}">
                <a16:creationId xmlns:a16="http://schemas.microsoft.com/office/drawing/2014/main" id="{F9F01B11-93E0-49D5-9AD4-5487899AB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981200"/>
            <a:ext cx="2514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>
                <a:ea typeface="SimSun" panose="02010600030101010101" pitchFamily="2" charset="-122"/>
              </a:rPr>
              <a:t>Multiple precision for some recalls</a:t>
            </a:r>
          </a:p>
        </p:txBody>
      </p:sp>
      <p:cxnSp>
        <p:nvCxnSpPr>
          <p:cNvPr id="32775" name="Straight Arrow Connector 8">
            <a:extLst>
              <a:ext uri="{FF2B5EF4-FFF2-40B4-BE49-F238E27FC236}">
                <a16:creationId xmlns:a16="http://schemas.microsoft.com/office/drawing/2014/main" id="{99ACD742-2388-4926-BD2F-C2A92F8473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10000" y="2971800"/>
            <a:ext cx="2286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2776" name="Straight Arrow Connector 10">
            <a:extLst>
              <a:ext uri="{FF2B5EF4-FFF2-40B4-BE49-F238E27FC236}">
                <a16:creationId xmlns:a16="http://schemas.microsoft.com/office/drawing/2014/main" id="{65C39F17-D1DC-4B97-AED5-61BC03EA2AD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10000" y="4495800"/>
            <a:ext cx="22098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08F2644-EF2F-444C-A1D6-51EEDF7BDA3F}"/>
              </a:ext>
            </a:extLst>
          </p:cNvPr>
          <p:cNvSpPr/>
          <p:nvPr/>
        </p:nvSpPr>
        <p:spPr bwMode="auto">
          <a:xfrm>
            <a:off x="6248400" y="3048000"/>
            <a:ext cx="838200" cy="1752600"/>
          </a:xfrm>
          <a:prstGeom prst="ellipse">
            <a:avLst/>
          </a:prstGeom>
          <a:noFill/>
          <a:ln w="254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ROC Curves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receiver operating characteristic curve</a:t>
            </a:r>
            <a:r>
              <a:rPr lang="en-US" dirty="0"/>
              <a:t>, i.e. </a:t>
            </a:r>
            <a:r>
              <a:rPr lang="en-US" b="1" dirty="0"/>
              <a:t>ROC curve</a:t>
            </a:r>
            <a:r>
              <a:rPr lang="en-US" dirty="0"/>
              <a:t>, is a graphical plot that illustrates the diagnostic ability of a binary classifier system as its discrimination threshold is varied.</a:t>
            </a:r>
          </a:p>
          <a:p>
            <a:r>
              <a:rPr lang="en-US" dirty="0"/>
              <a:t>The diagnostic performance of a test, or the accuracy of a test to discriminate diseased cases from normal cases is evaluated using Receiver Operating Characteristic (ROC) curve analysis</a:t>
            </a:r>
          </a:p>
          <a:p>
            <a:r>
              <a:rPr lang="en-US" dirty="0"/>
              <a:t>A ROC Curve is a way to compare diagnostic tests. It is a plot of the true positive rate against the false positive rate.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389618"/>
      </p:ext>
    </p:extLst>
  </p:cSld>
  <p:clrMapOvr>
    <a:masterClrMapping/>
  </p:clrMapOvr>
  <p:transition advTm="48512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ROC Curves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05D86-FF3B-4D66-B4FF-1FB67B14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69" y="1479482"/>
            <a:ext cx="2480984" cy="2256676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C727E96F-2492-404A-B2E5-95E9B80AF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47" y="1479482"/>
            <a:ext cx="2480984" cy="225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3B5814-3EA9-4583-B495-DBBCFA60E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4108" y="1479482"/>
            <a:ext cx="2480984" cy="225667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A37D04E-6F3C-49AA-A182-E8F44AE57AA8}"/>
              </a:ext>
            </a:extLst>
          </p:cNvPr>
          <p:cNvSpPr txBox="1">
            <a:spLocks noChangeArrowheads="1"/>
          </p:cNvSpPr>
          <p:nvPr/>
        </p:nvSpPr>
        <p:spPr>
          <a:xfrm>
            <a:off x="3540955" y="3710469"/>
            <a:ext cx="2721692" cy="1678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600" dirty="0"/>
              <a:t>This is the worst situation. When AUC is approximately 0.5, model has no discrimination capacity to distinguish between positive class and negative class. Random predictions. 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en-US" altLang="en-US" sz="16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AC289E-81F2-44F8-AB80-8C6B2C5FA063}"/>
              </a:ext>
            </a:extLst>
          </p:cNvPr>
          <p:cNvSpPr txBox="1">
            <a:spLocks noChangeArrowheads="1"/>
          </p:cNvSpPr>
          <p:nvPr/>
        </p:nvSpPr>
        <p:spPr>
          <a:xfrm>
            <a:off x="281891" y="3700428"/>
            <a:ext cx="2327746" cy="11089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600" dirty="0"/>
              <a:t>This is an ideal situation. Model has an ideal measure of separability. It is perfectly able to distinguish between positive class and negative class.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5321187"/>
      </p:ext>
    </p:extLst>
  </p:cSld>
  <p:clrMapOvr>
    <a:masterClrMapping/>
  </p:clrMapOvr>
  <p:transition advTm="48512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Multiple ROC Curves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of multiple classifiers is usually straight-forward especially when no curves cross each other. Curves close to the perfect ROC curve have a better performance level than the ones closes to the baseline.</a:t>
            </a: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84EB2B-8E67-48FA-B6E7-2982092B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274" y="3428999"/>
            <a:ext cx="4144445" cy="340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37115"/>
      </p:ext>
    </p:extLst>
  </p:cSld>
  <p:clrMapOvr>
    <a:masterClrMapping/>
  </p:clrMapOvr>
  <p:transition advTm="48512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 Curves Vs ROC Curves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Remember, a ROC curve represents a relation between sensitivity (Recall) and False Positive Rate (Not Precision).</a:t>
            </a:r>
          </a:p>
          <a:p>
            <a:pPr lvl="1"/>
            <a:r>
              <a:rPr lang="en-US" dirty="0"/>
              <a:t>ROC curve plot True Positive Rate Vs. False Positive Rate; Whereas, PR curve plot Precision Vs. Recall.</a:t>
            </a:r>
          </a:p>
          <a:p>
            <a:r>
              <a:rPr lang="en-US" dirty="0"/>
              <a:t>If your question is, "How well can this classifier be expected to perform </a:t>
            </a:r>
            <a:r>
              <a:rPr lang="en-US" i="1" dirty="0"/>
              <a:t>in general</a:t>
            </a:r>
            <a:r>
              <a:rPr lang="en-US" dirty="0"/>
              <a:t>, go with a ROC curve</a:t>
            </a:r>
          </a:p>
          <a:p>
            <a:r>
              <a:rPr lang="en-US" dirty="0"/>
              <a:t>If true negative is not much valuable to the problem, or negative examples are abundant. Then, PR-curve is typically more appropriate. </a:t>
            </a:r>
          </a:p>
          <a:p>
            <a:pPr lvl="1"/>
            <a:r>
              <a:rPr lang="en-US" dirty="0"/>
              <a:t>For example, if the class is highly imbalanced and positive samples are very rare, then use PR-curve.</a:t>
            </a:r>
          </a:p>
          <a:p>
            <a:pPr lvl="1"/>
            <a:r>
              <a:rPr lang="en-US" dirty="0"/>
              <a:t>How meaningful is a positive result from my classifier</a:t>
            </a:r>
          </a:p>
        </p:txBody>
      </p:sp>
    </p:spTree>
    <p:extLst>
      <p:ext uri="{BB962C8B-B14F-4D97-AF65-F5344CB8AC3E}">
        <p14:creationId xmlns:p14="http://schemas.microsoft.com/office/powerpoint/2010/main" val="578902885"/>
      </p:ext>
    </p:extLst>
  </p:cSld>
  <p:clrMapOvr>
    <a:masterClrMapping/>
  </p:clrMapOvr>
  <p:transition advTm="48512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Cost-Sensitive Learning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Learning to minimize the </a:t>
            </a:r>
            <a:r>
              <a:rPr lang="en-US" altLang="en-US" i="1"/>
              <a:t>expected cost</a:t>
            </a:r>
            <a:r>
              <a:rPr lang="en-US" altLang="en-US"/>
              <a:t> of misclassifications</a:t>
            </a:r>
          </a:p>
          <a:p>
            <a:pPr>
              <a:lnSpc>
                <a:spcPct val="90000"/>
              </a:lnSpc>
            </a:pPr>
            <a:r>
              <a:rPr lang="en-US" altLang="en-US"/>
              <a:t>Most classification learning algorithms attempt to minimize the </a:t>
            </a:r>
            <a:r>
              <a:rPr lang="en-US" altLang="en-US" i="1"/>
              <a:t>expected number</a:t>
            </a:r>
            <a:r>
              <a:rPr lang="en-US" altLang="en-US"/>
              <a:t> of misclassification errors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 many applications, different kinds of classification errors have different costs, so we need cost-sensitive methods</a:t>
            </a:r>
          </a:p>
        </p:txBody>
      </p:sp>
    </p:spTree>
    <p:extLst>
      <p:ext uri="{BB962C8B-B14F-4D97-AF65-F5344CB8AC3E}">
        <p14:creationId xmlns:p14="http://schemas.microsoft.com/office/powerpoint/2010/main" val="1424596491"/>
      </p:ext>
    </p:extLst>
  </p:cSld>
  <p:clrMapOvr>
    <a:masterClrMapping/>
  </p:clrMapOvr>
  <p:transition advTm="48512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Applications with Unequal Misclassification Costs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Medical Diagnosis: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Cost of false positive error: Unnecessary treatment; unnecessary worry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Cost of false negative error: Postponed treatment or failure to treat; death or injury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Fraud Detection: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False positive: resources wasted investigating non-fraud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False negative: failure to detect fraud could be very expensive</a:t>
            </a:r>
          </a:p>
        </p:txBody>
      </p:sp>
    </p:spTree>
    <p:extLst>
      <p:ext uri="{BB962C8B-B14F-4D97-AF65-F5344CB8AC3E}">
        <p14:creationId xmlns:p14="http://schemas.microsoft.com/office/powerpoint/2010/main" val="978160055"/>
      </p:ext>
    </p:extLst>
  </p:cSld>
  <p:clrMapOvr>
    <a:masterClrMapping/>
  </p:clrMapOvr>
  <p:transition advTm="82448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Cost Matrix</a:t>
            </a:r>
          </a:p>
        </p:txBody>
      </p:sp>
      <p:graphicFrame>
        <p:nvGraphicFramePr>
          <p:cNvPr id="424982" name="Group 22"/>
          <p:cNvGraphicFramePr>
            <a:graphicFrameLocks noGrp="1"/>
          </p:cNvGraphicFramePr>
          <p:nvPr/>
        </p:nvGraphicFramePr>
        <p:xfrm>
          <a:off x="1771650" y="1870894"/>
          <a:ext cx="1828800" cy="1371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1619735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574317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5031675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57212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14837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250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98784"/>
                  </a:ext>
                </a:extLst>
              </a:tr>
            </a:tbl>
          </a:graphicData>
        </a:graphic>
      </p:graphicFrame>
      <p:sp>
        <p:nvSpPr>
          <p:cNvPr id="424983" name="Text Box 23"/>
          <p:cNvSpPr txBox="1">
            <a:spLocks noChangeArrowheads="1"/>
          </p:cNvSpPr>
          <p:nvPr/>
        </p:nvSpPr>
        <p:spPr bwMode="auto">
          <a:xfrm>
            <a:off x="2426045" y="3242494"/>
            <a:ext cx="11592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Predicted</a:t>
            </a:r>
          </a:p>
        </p:txBody>
      </p:sp>
      <p:sp>
        <p:nvSpPr>
          <p:cNvPr id="424984" name="Text Box 24"/>
          <p:cNvSpPr txBox="1">
            <a:spLocks noChangeArrowheads="1"/>
          </p:cNvSpPr>
          <p:nvPr/>
        </p:nvSpPr>
        <p:spPr bwMode="auto">
          <a:xfrm rot="16200000">
            <a:off x="1130117" y="2402390"/>
            <a:ext cx="8258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Actual</a:t>
            </a:r>
          </a:p>
        </p:txBody>
      </p:sp>
      <p:graphicFrame>
        <p:nvGraphicFramePr>
          <p:cNvPr id="424985" name="Group 25"/>
          <p:cNvGraphicFramePr>
            <a:graphicFrameLocks noGrp="1"/>
          </p:cNvGraphicFramePr>
          <p:nvPr/>
        </p:nvGraphicFramePr>
        <p:xfrm>
          <a:off x="3600450" y="3871144"/>
          <a:ext cx="1828800" cy="1371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2018145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019970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7277984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48479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50016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240337"/>
                  </a:ext>
                </a:extLst>
              </a:tr>
            </a:tbl>
          </a:graphicData>
        </a:graphic>
      </p:graphicFrame>
      <p:sp>
        <p:nvSpPr>
          <p:cNvPr id="425005" name="Text Box 45"/>
          <p:cNvSpPr txBox="1">
            <a:spLocks noChangeArrowheads="1"/>
          </p:cNvSpPr>
          <p:nvPr/>
        </p:nvSpPr>
        <p:spPr bwMode="auto">
          <a:xfrm>
            <a:off x="1221546" y="1442202"/>
            <a:ext cx="29290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Model 1: Confusion matrix</a:t>
            </a:r>
          </a:p>
        </p:txBody>
      </p:sp>
      <p:sp>
        <p:nvSpPr>
          <p:cNvPr id="425006" name="Text Box 46"/>
          <p:cNvSpPr txBox="1">
            <a:spLocks noChangeArrowheads="1"/>
          </p:cNvSpPr>
          <p:nvPr/>
        </p:nvSpPr>
        <p:spPr bwMode="auto">
          <a:xfrm>
            <a:off x="3886200" y="3471094"/>
            <a:ext cx="13516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matrix</a:t>
            </a:r>
          </a:p>
        </p:txBody>
      </p:sp>
      <p:graphicFrame>
        <p:nvGraphicFramePr>
          <p:cNvPr id="425007" name="Group 47"/>
          <p:cNvGraphicFramePr>
            <a:graphicFrameLocks noGrp="1"/>
          </p:cNvGraphicFramePr>
          <p:nvPr/>
        </p:nvGraphicFramePr>
        <p:xfrm>
          <a:off x="5143500" y="1870894"/>
          <a:ext cx="1828800" cy="1371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2387626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4113865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8097402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2057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250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36675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341313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marL="681038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028700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368425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8256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2828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7400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197225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2007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729641"/>
                  </a:ext>
                </a:extLst>
              </a:tr>
            </a:tbl>
          </a:graphicData>
        </a:graphic>
      </p:graphicFrame>
      <p:sp>
        <p:nvSpPr>
          <p:cNvPr id="425025" name="Text Box 65"/>
          <p:cNvSpPr txBox="1">
            <a:spLocks noChangeArrowheads="1"/>
          </p:cNvSpPr>
          <p:nvPr/>
        </p:nvSpPr>
        <p:spPr bwMode="auto">
          <a:xfrm>
            <a:off x="5787856" y="3242494"/>
            <a:ext cx="11592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Predicted</a:t>
            </a:r>
          </a:p>
        </p:txBody>
      </p:sp>
      <p:sp>
        <p:nvSpPr>
          <p:cNvPr id="425026" name="Text Box 66"/>
          <p:cNvSpPr txBox="1">
            <a:spLocks noChangeArrowheads="1"/>
          </p:cNvSpPr>
          <p:nvPr/>
        </p:nvSpPr>
        <p:spPr bwMode="auto">
          <a:xfrm rot="16200000">
            <a:off x="4501967" y="2402390"/>
            <a:ext cx="8258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Actual</a:t>
            </a:r>
          </a:p>
        </p:txBody>
      </p:sp>
      <p:sp>
        <p:nvSpPr>
          <p:cNvPr id="425027" name="Text Box 67"/>
          <p:cNvSpPr txBox="1">
            <a:spLocks noChangeArrowheads="1"/>
          </p:cNvSpPr>
          <p:nvPr/>
        </p:nvSpPr>
        <p:spPr bwMode="auto">
          <a:xfrm>
            <a:off x="4730234" y="1480436"/>
            <a:ext cx="29290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Model 2: Confusion matrix</a:t>
            </a:r>
          </a:p>
        </p:txBody>
      </p:sp>
      <p:sp>
        <p:nvSpPr>
          <p:cNvPr id="425029" name="Line 69"/>
          <p:cNvSpPr>
            <a:spLocks noChangeShapeType="1"/>
          </p:cNvSpPr>
          <p:nvPr/>
        </p:nvSpPr>
        <p:spPr bwMode="auto">
          <a:xfrm flipH="1">
            <a:off x="3371850" y="2499544"/>
            <a:ext cx="4000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030" name="Text Box 70"/>
          <p:cNvSpPr txBox="1">
            <a:spLocks noChangeArrowheads="1"/>
          </p:cNvSpPr>
          <p:nvPr/>
        </p:nvSpPr>
        <p:spPr bwMode="auto">
          <a:xfrm>
            <a:off x="3829050" y="2328094"/>
            <a:ext cx="4924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FN</a:t>
            </a:r>
          </a:p>
        </p:txBody>
      </p:sp>
      <p:sp>
        <p:nvSpPr>
          <p:cNvPr id="425031" name="Line 71"/>
          <p:cNvSpPr>
            <a:spLocks noChangeShapeType="1"/>
          </p:cNvSpPr>
          <p:nvPr/>
        </p:nvSpPr>
        <p:spPr bwMode="auto">
          <a:xfrm flipH="1">
            <a:off x="2057400" y="3071044"/>
            <a:ext cx="457200" cy="2857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033" name="Text Box 73"/>
          <p:cNvSpPr txBox="1">
            <a:spLocks noChangeArrowheads="1"/>
          </p:cNvSpPr>
          <p:nvPr/>
        </p:nvSpPr>
        <p:spPr bwMode="auto">
          <a:xfrm>
            <a:off x="1714500" y="3216300"/>
            <a:ext cx="4796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FP</a:t>
            </a:r>
          </a:p>
        </p:txBody>
      </p:sp>
      <p:sp>
        <p:nvSpPr>
          <p:cNvPr id="425034" name="Text Box 74"/>
          <p:cNvSpPr txBox="1">
            <a:spLocks noChangeArrowheads="1"/>
          </p:cNvSpPr>
          <p:nvPr/>
        </p:nvSpPr>
        <p:spPr bwMode="auto">
          <a:xfrm>
            <a:off x="200025" y="4200140"/>
            <a:ext cx="33718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400" dirty="0"/>
              <a:t>Accuracy: 80%</a:t>
            </a:r>
          </a:p>
          <a:p>
            <a:r>
              <a:rPr lang="en-US" altLang="en-US" sz="1400" dirty="0"/>
              <a:t>Cost: 150x-1 + 40x100 + 60x1=3910</a:t>
            </a:r>
          </a:p>
        </p:txBody>
      </p:sp>
      <p:sp>
        <p:nvSpPr>
          <p:cNvPr id="425035" name="Text Box 75"/>
          <p:cNvSpPr txBox="1">
            <a:spLocks noChangeArrowheads="1"/>
          </p:cNvSpPr>
          <p:nvPr/>
        </p:nvSpPr>
        <p:spPr bwMode="auto">
          <a:xfrm>
            <a:off x="5575083" y="4200140"/>
            <a:ext cx="33478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400" dirty="0"/>
              <a:t>Accuracy: 90%</a:t>
            </a:r>
          </a:p>
          <a:p>
            <a:r>
              <a:rPr lang="en-US" altLang="en-US" sz="1400" dirty="0"/>
              <a:t>Cost: 250x-1 + 45x100 +5x1 = 4255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571500" y="5448536"/>
            <a:ext cx="7886700" cy="128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fontAlgn="auto">
              <a:spcAft>
                <a:spcPts val="0"/>
              </a:spcAft>
            </a:pPr>
            <a:r>
              <a:rPr lang="en-US" sz="2000" dirty="0"/>
              <a:t>If we are focusing on accuracy then we will go with the Model 2 (In this case we need to compromise on cost) , however if we are focusing on cost then we will go with the Model 1 (In this case we need to compromise on accuracy).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5368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9357</TotalTime>
  <Words>2471</Words>
  <Application>Microsoft Office PowerPoint</Application>
  <PresentationFormat>On-screen Show (4:3)</PresentationFormat>
  <Paragraphs>333</Paragraphs>
  <Slides>36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PMingLiU</vt:lpstr>
      <vt:lpstr>SimSun</vt:lpstr>
      <vt:lpstr>Arial</vt:lpstr>
      <vt:lpstr>Calibri</vt:lpstr>
      <vt:lpstr>Tahoma</vt:lpstr>
      <vt:lpstr>Times New Roman</vt:lpstr>
      <vt:lpstr>Wingdings</vt:lpstr>
      <vt:lpstr>Office Theme</vt:lpstr>
      <vt:lpstr>Performance Evaluation</vt:lpstr>
      <vt:lpstr>Evaluation</vt:lpstr>
      <vt:lpstr>Regression / Classification Models</vt:lpstr>
      <vt:lpstr>Performance evaluation</vt:lpstr>
      <vt:lpstr>Overfitting vs underfitting</vt:lpstr>
      <vt:lpstr>Evaluation on “LARGE” data</vt:lpstr>
      <vt:lpstr>Model Evaluation Step 1:  Split data into train and test sets</vt:lpstr>
      <vt:lpstr>Model Evaluation Step 2:  Build a model on a training set</vt:lpstr>
      <vt:lpstr>Model Evaluation Step 3:  Evaluate on test set</vt:lpstr>
      <vt:lpstr>A note on parameter tuning</vt:lpstr>
      <vt:lpstr>Evaluation on “small” data, 1</vt:lpstr>
      <vt:lpstr>Evaluation on “small” data, 2</vt:lpstr>
      <vt:lpstr>Cross-validation</vt:lpstr>
      <vt:lpstr>PowerPoint Presentation</vt:lpstr>
      <vt:lpstr>More on cross-validation</vt:lpstr>
      <vt:lpstr>The bootstrap</vt:lpstr>
      <vt:lpstr>The bootstrap</vt:lpstr>
      <vt:lpstr>Confusion Matrix</vt:lpstr>
      <vt:lpstr>PowerPoint Presentation</vt:lpstr>
      <vt:lpstr>Accuracy</vt:lpstr>
      <vt:lpstr>Precision</vt:lpstr>
      <vt:lpstr>Recall (Sensitivity)</vt:lpstr>
      <vt:lpstr>Specificity</vt:lpstr>
      <vt:lpstr>PowerPoint Presentation</vt:lpstr>
      <vt:lpstr>F1 Score</vt:lpstr>
      <vt:lpstr>Summary</vt:lpstr>
      <vt:lpstr>PowerPoint Presentation</vt:lpstr>
      <vt:lpstr>Recall-Precision Graph</vt:lpstr>
      <vt:lpstr>Recall-Precision Graph</vt:lpstr>
      <vt:lpstr>ROC Curves</vt:lpstr>
      <vt:lpstr>ROC Curves</vt:lpstr>
      <vt:lpstr>Multiple ROC Curves</vt:lpstr>
      <vt:lpstr>PR Curves Vs ROC Curves</vt:lpstr>
      <vt:lpstr>Cost-Sensitive Learning</vt:lpstr>
      <vt:lpstr>Examples of Applications with Unequal Misclassification Costs</vt:lpstr>
      <vt:lpstr>Cost Matrix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1- Introduction</dc:title>
  <dc:creator>Sampath Jayarathna</dc:creator>
  <cp:lastModifiedBy>shana J</cp:lastModifiedBy>
  <cp:revision>340</cp:revision>
  <dcterms:created xsi:type="dcterms:W3CDTF">2009-12-29T10:39:27Z</dcterms:created>
  <dcterms:modified xsi:type="dcterms:W3CDTF">2026-07-14T17:14:11Z</dcterms:modified>
</cp:coreProperties>
</file>